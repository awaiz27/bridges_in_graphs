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3" r:id="rId1"/>
  </p:sldMasterIdLst>
  <p:notesMasterIdLst>
    <p:notesMasterId r:id="rId20"/>
  </p:notesMasterIdLst>
  <p:sldIdLst>
    <p:sldId id="256" r:id="rId2"/>
    <p:sldId id="257" r:id="rId3"/>
    <p:sldId id="275" r:id="rId4"/>
    <p:sldId id="262" r:id="rId5"/>
    <p:sldId id="266" r:id="rId6"/>
    <p:sldId id="258" r:id="rId7"/>
    <p:sldId id="276" r:id="rId8"/>
    <p:sldId id="277" r:id="rId9"/>
    <p:sldId id="261" r:id="rId10"/>
    <p:sldId id="278" r:id="rId11"/>
    <p:sldId id="279" r:id="rId12"/>
    <p:sldId id="280" r:id="rId13"/>
    <p:sldId id="281" r:id="rId14"/>
    <p:sldId id="282" r:id="rId15"/>
    <p:sldId id="283" r:id="rId16"/>
    <p:sldId id="284" r:id="rId17"/>
    <p:sldId id="286" r:id="rId18"/>
    <p:sldId id="285" r:id="rId19"/>
  </p:sldIdLst>
  <p:sldSz cx="18288000" cy="10287000"/>
  <p:notesSz cx="6858000" cy="9144000"/>
  <p:embeddedFontLst>
    <p:embeddedFont>
      <p:font typeface="Cambria Math" panose="02040503050406030204" pitchFamily="18" charset="0"/>
      <p:regular r:id="rId21"/>
    </p:embeddedFont>
    <p:embeddedFont>
      <p:font typeface="Consolas" panose="020B0609020204030204" pitchFamily="49" charset="0"/>
      <p:regular r:id="rId22"/>
      <p:bold r:id="rId23"/>
      <p:italic r:id="rId24"/>
      <p:boldItalic r:id="rId25"/>
    </p:embeddedFont>
    <p:embeddedFont>
      <p:font typeface="Darker Grotesque" panose="020B0604020202020204" charset="0"/>
      <p:regular r:id="rId26"/>
      <p:bold r:id="rId27"/>
    </p:embeddedFont>
    <p:embeddedFont>
      <p:font typeface="Darker Grotesque Light" panose="020B0604020202020204" charset="0"/>
      <p:regular r:id="rId28"/>
      <p:bold r:id="rId29"/>
    </p:embeddedFont>
    <p:embeddedFont>
      <p:font typeface="Darker Grotesque Medium" panose="020B0604020202020204" charset="0"/>
      <p:regular r:id="rId30"/>
      <p:bold r:id="rId31"/>
    </p:embeddedFont>
    <p:embeddedFont>
      <p:font typeface="Nunito" pitchFamily="2" charset="0"/>
      <p:regular r:id="rId32"/>
      <p:bold r:id="rId33"/>
      <p:italic r:id="rId34"/>
      <p:boldItalic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4344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50" d="100"/>
          <a:sy n="50" d="100"/>
        </p:scale>
        <p:origin x="1914" y="72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39" Type="http://schemas.openxmlformats.org/officeDocument/2006/relationships/tableStyles" Target="tableStyles.xml"/><Relationship Id="rId21" Type="http://schemas.openxmlformats.org/officeDocument/2006/relationships/font" Target="fonts/font1.fntdata"/><Relationship Id="rId34" Type="http://schemas.openxmlformats.org/officeDocument/2006/relationships/font" Target="fonts/font1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33" Type="http://schemas.openxmlformats.org/officeDocument/2006/relationships/font" Target="fonts/font13.fntdata"/><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32" Type="http://schemas.openxmlformats.org/officeDocument/2006/relationships/font" Target="fonts/font12.fntdata"/><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font" Target="fonts/font8.fntdata"/><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font" Target="fonts/font10.fntdata"/><Relationship Id="rId35" Type="http://schemas.openxmlformats.org/officeDocument/2006/relationships/font" Target="fonts/font15.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
        <p:cNvGrpSpPr/>
        <p:nvPr/>
      </p:nvGrpSpPr>
      <p:grpSpPr>
        <a:xfrm>
          <a:off x="0" y="0"/>
          <a:ext cx="0" cy="0"/>
          <a:chOff x="0" y="0"/>
          <a:chExt cx="0" cy="0"/>
        </a:xfrm>
      </p:grpSpPr>
      <p:sp>
        <p:nvSpPr>
          <p:cNvPr id="39" name="Google Shape;39;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 name="Google Shape;40;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
        <p:cNvGrpSpPr/>
        <p:nvPr/>
      </p:nvGrpSpPr>
      <p:grpSpPr>
        <a:xfrm>
          <a:off x="0" y="0"/>
          <a:ext cx="0" cy="0"/>
          <a:chOff x="0" y="0"/>
          <a:chExt cx="0" cy="0"/>
        </a:xfrm>
      </p:grpSpPr>
      <p:sp>
        <p:nvSpPr>
          <p:cNvPr id="50" name="Google Shape;50;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1" name="Google Shape;51;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a:extLst>
            <a:ext uri="{FF2B5EF4-FFF2-40B4-BE49-F238E27FC236}">
              <a16:creationId xmlns:a16="http://schemas.microsoft.com/office/drawing/2014/main" id="{BDED1FF0-BD76-EB68-78D5-7C191AF84628}"/>
            </a:ext>
          </a:extLst>
        </p:cNvPr>
        <p:cNvGrpSpPr/>
        <p:nvPr/>
      </p:nvGrpSpPr>
      <p:grpSpPr>
        <a:xfrm>
          <a:off x="0" y="0"/>
          <a:ext cx="0" cy="0"/>
          <a:chOff x="0" y="0"/>
          <a:chExt cx="0" cy="0"/>
        </a:xfrm>
      </p:grpSpPr>
      <p:sp>
        <p:nvSpPr>
          <p:cNvPr id="61" name="Google Shape;61;p3:notes">
            <a:extLst>
              <a:ext uri="{FF2B5EF4-FFF2-40B4-BE49-F238E27FC236}">
                <a16:creationId xmlns:a16="http://schemas.microsoft.com/office/drawing/2014/main" id="{C300B114-5BA7-2176-D0A0-570FBEBCD7C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2" name="Google Shape;62;p3:notes">
            <a:extLst>
              <a:ext uri="{FF2B5EF4-FFF2-40B4-BE49-F238E27FC236}">
                <a16:creationId xmlns:a16="http://schemas.microsoft.com/office/drawing/2014/main" id="{E6C30425-80B6-23BC-3B9B-154B6BBB120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148990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8" name="Google Shape;118;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0" name="Google Shape;180;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2" name="Google Shape;6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7" name="Google Shape;107;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155664BF-A2EF-3BF1-F46B-EB2CBD254991}"/>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66B00E53-5198-56F5-A095-10A5AAEB53F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3" name="Google Shape;73;p4:notes">
            <a:extLst>
              <a:ext uri="{FF2B5EF4-FFF2-40B4-BE49-F238E27FC236}">
                <a16:creationId xmlns:a16="http://schemas.microsoft.com/office/drawing/2014/main" id="{69FD8275-3C14-3E7E-4373-F2BE997AAD2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651229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43867719-B1E3-CAE7-946B-37EDD63F7E44}"/>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FEA3F1FC-6577-8A8D-C053-FC41A981743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3" name="Google Shape;73;p4:notes">
            <a:extLst>
              <a:ext uri="{FF2B5EF4-FFF2-40B4-BE49-F238E27FC236}">
                <a16:creationId xmlns:a16="http://schemas.microsoft.com/office/drawing/2014/main" id="{13F62B98-F0E6-FB1E-9343-F4C6DB59893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516698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C7786104-D42C-EBDE-A8BA-977FFC3ABF19}"/>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F47B8394-9DD0-8B6D-E235-EB044B8A328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3" name="Google Shape;73;p4:notes">
            <a:extLst>
              <a:ext uri="{FF2B5EF4-FFF2-40B4-BE49-F238E27FC236}">
                <a16:creationId xmlns:a16="http://schemas.microsoft.com/office/drawing/2014/main" id="{A24D2D7E-8010-A154-DE61-BAF79579164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422770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42ACDB3D-E809-9E90-A7F9-E816138000E8}"/>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CF648A0E-E830-EF63-7C1D-164D18CE36A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3" name="Google Shape;73;p4:notes">
            <a:extLst>
              <a:ext uri="{FF2B5EF4-FFF2-40B4-BE49-F238E27FC236}">
                <a16:creationId xmlns:a16="http://schemas.microsoft.com/office/drawing/2014/main" id="{27048E21-70FF-04E3-759E-1E5624517D4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708055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373892D7-39D1-C516-D27F-CC3153B56346}"/>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ABA65A02-40B0-CA0A-415C-2356811B6C2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3" name="Google Shape;73;p4:notes">
            <a:extLst>
              <a:ext uri="{FF2B5EF4-FFF2-40B4-BE49-F238E27FC236}">
                <a16:creationId xmlns:a16="http://schemas.microsoft.com/office/drawing/2014/main" id="{25CE6E89-2D28-25C9-30B4-9A06EEF3998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756372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DD01CCFF-3668-081F-B45E-B71909BACF8A}"/>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EE8085DA-4651-6A33-7006-73EEFDF083F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3" name="Google Shape;73;p4:notes">
            <a:extLst>
              <a:ext uri="{FF2B5EF4-FFF2-40B4-BE49-F238E27FC236}">
                <a16:creationId xmlns:a16="http://schemas.microsoft.com/office/drawing/2014/main" id="{0DE7E35E-0DFF-7F31-CE66-27DBB339CBC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126798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able of Contents"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body" idx="1"/>
          </p:nvPr>
        </p:nvSpPr>
        <p:spPr>
          <a:xfrm>
            <a:off x="1371600" y="3207125"/>
            <a:ext cx="13050300" cy="4896000"/>
          </a:xfrm>
          <a:prstGeom prst="rect">
            <a:avLst/>
          </a:prstGeom>
        </p:spPr>
        <p:txBody>
          <a:bodyPr spcFirstLastPara="1" wrap="square" lIns="0" tIns="0" rIns="0" bIns="0" anchor="t" anchorCtr="0">
            <a:noAutofit/>
          </a:bodyPr>
          <a:lstStyle>
            <a:lvl1pPr marL="457200" lvl="0" indent="-584200">
              <a:spcBef>
                <a:spcPts val="640"/>
              </a:spcBef>
              <a:spcAft>
                <a:spcPts val="0"/>
              </a:spcAft>
              <a:buClr>
                <a:srgbClr val="C2F970"/>
              </a:buClr>
              <a:buSzPts val="5600"/>
              <a:buFont typeface="Darker Grotesque Medium"/>
              <a:buChar char="•"/>
              <a:defRPr sz="5600">
                <a:solidFill>
                  <a:srgbClr val="C2F970"/>
                </a:solidFill>
                <a:latin typeface="Darker Grotesque Medium"/>
                <a:ea typeface="Darker Grotesque Medium"/>
                <a:cs typeface="Darker Grotesque Medium"/>
                <a:sym typeface="Darker Grotesque Medium"/>
              </a:defRPr>
            </a:lvl1pPr>
            <a:lvl2pPr marL="914400" lvl="1" indent="-584200">
              <a:spcBef>
                <a:spcPts val="560"/>
              </a:spcBef>
              <a:spcAft>
                <a:spcPts val="0"/>
              </a:spcAft>
              <a:buClr>
                <a:srgbClr val="C2F970"/>
              </a:buClr>
              <a:buSzPts val="5600"/>
              <a:buFont typeface="Darker Grotesque Medium"/>
              <a:buChar char="–"/>
              <a:defRPr sz="5600">
                <a:solidFill>
                  <a:srgbClr val="C2F970"/>
                </a:solidFill>
                <a:latin typeface="Darker Grotesque Medium"/>
                <a:ea typeface="Darker Grotesque Medium"/>
                <a:cs typeface="Darker Grotesque Medium"/>
                <a:sym typeface="Darker Grotesque Medium"/>
              </a:defRPr>
            </a:lvl2pPr>
            <a:lvl3pPr marL="1371600" lvl="2" indent="-584200">
              <a:spcBef>
                <a:spcPts val="480"/>
              </a:spcBef>
              <a:spcAft>
                <a:spcPts val="0"/>
              </a:spcAft>
              <a:buClr>
                <a:srgbClr val="C2F970"/>
              </a:buClr>
              <a:buSzPts val="5600"/>
              <a:buFont typeface="Darker Grotesque Medium"/>
              <a:buChar char="•"/>
              <a:defRPr sz="5600">
                <a:solidFill>
                  <a:srgbClr val="C2F970"/>
                </a:solidFill>
                <a:latin typeface="Darker Grotesque Medium"/>
                <a:ea typeface="Darker Grotesque Medium"/>
                <a:cs typeface="Darker Grotesque Medium"/>
                <a:sym typeface="Darker Grotesque Medium"/>
              </a:defRPr>
            </a:lvl3pPr>
            <a:lvl4pPr marL="1828800" lvl="3" indent="-584200">
              <a:spcBef>
                <a:spcPts val="400"/>
              </a:spcBef>
              <a:spcAft>
                <a:spcPts val="0"/>
              </a:spcAft>
              <a:buClr>
                <a:srgbClr val="C2F970"/>
              </a:buClr>
              <a:buSzPts val="5600"/>
              <a:buFont typeface="Darker Grotesque Medium"/>
              <a:buChar char="–"/>
              <a:defRPr sz="5600">
                <a:solidFill>
                  <a:srgbClr val="C2F970"/>
                </a:solidFill>
                <a:latin typeface="Darker Grotesque Medium"/>
                <a:ea typeface="Darker Grotesque Medium"/>
                <a:cs typeface="Darker Grotesque Medium"/>
                <a:sym typeface="Darker Grotesque Medium"/>
              </a:defRPr>
            </a:lvl4pPr>
            <a:lvl5pPr marL="2286000" lvl="4" indent="-584200">
              <a:spcBef>
                <a:spcPts val="400"/>
              </a:spcBef>
              <a:spcAft>
                <a:spcPts val="0"/>
              </a:spcAft>
              <a:buClr>
                <a:srgbClr val="C2F970"/>
              </a:buClr>
              <a:buSzPts val="5600"/>
              <a:buFont typeface="Darker Grotesque Medium"/>
              <a:buChar char="»"/>
              <a:defRPr sz="5600">
                <a:solidFill>
                  <a:srgbClr val="C2F970"/>
                </a:solidFill>
                <a:latin typeface="Darker Grotesque Medium"/>
                <a:ea typeface="Darker Grotesque Medium"/>
                <a:cs typeface="Darker Grotesque Medium"/>
                <a:sym typeface="Darker Grotesque Medium"/>
              </a:defRPr>
            </a:lvl5pPr>
            <a:lvl6pPr marL="2743200" lvl="5" indent="-584200">
              <a:spcBef>
                <a:spcPts val="400"/>
              </a:spcBef>
              <a:spcAft>
                <a:spcPts val="0"/>
              </a:spcAft>
              <a:buClr>
                <a:srgbClr val="C2F970"/>
              </a:buClr>
              <a:buSzPts val="5600"/>
              <a:buFont typeface="Darker Grotesque Medium"/>
              <a:buChar char="•"/>
              <a:defRPr sz="5600">
                <a:solidFill>
                  <a:srgbClr val="C2F970"/>
                </a:solidFill>
                <a:latin typeface="Darker Grotesque Medium"/>
                <a:ea typeface="Darker Grotesque Medium"/>
                <a:cs typeface="Darker Grotesque Medium"/>
                <a:sym typeface="Darker Grotesque Medium"/>
              </a:defRPr>
            </a:lvl6pPr>
            <a:lvl7pPr marL="3200400" lvl="6" indent="-584200">
              <a:spcBef>
                <a:spcPts val="400"/>
              </a:spcBef>
              <a:spcAft>
                <a:spcPts val="0"/>
              </a:spcAft>
              <a:buClr>
                <a:srgbClr val="C2F970"/>
              </a:buClr>
              <a:buSzPts val="5600"/>
              <a:buFont typeface="Darker Grotesque Medium"/>
              <a:buChar char="•"/>
              <a:defRPr sz="5600">
                <a:solidFill>
                  <a:srgbClr val="C2F970"/>
                </a:solidFill>
                <a:latin typeface="Darker Grotesque Medium"/>
                <a:ea typeface="Darker Grotesque Medium"/>
                <a:cs typeface="Darker Grotesque Medium"/>
                <a:sym typeface="Darker Grotesque Medium"/>
              </a:defRPr>
            </a:lvl7pPr>
            <a:lvl8pPr marL="3657600" lvl="7" indent="-584200">
              <a:spcBef>
                <a:spcPts val="400"/>
              </a:spcBef>
              <a:spcAft>
                <a:spcPts val="0"/>
              </a:spcAft>
              <a:buClr>
                <a:srgbClr val="C2F970"/>
              </a:buClr>
              <a:buSzPts val="5600"/>
              <a:buFont typeface="Darker Grotesque Medium"/>
              <a:buChar char="•"/>
              <a:defRPr sz="5600">
                <a:solidFill>
                  <a:srgbClr val="C2F970"/>
                </a:solidFill>
                <a:latin typeface="Darker Grotesque Medium"/>
                <a:ea typeface="Darker Grotesque Medium"/>
                <a:cs typeface="Darker Grotesque Medium"/>
                <a:sym typeface="Darker Grotesque Medium"/>
              </a:defRPr>
            </a:lvl8pPr>
            <a:lvl9pPr marL="4114800" lvl="8" indent="-584200">
              <a:spcBef>
                <a:spcPts val="400"/>
              </a:spcBef>
              <a:spcAft>
                <a:spcPts val="0"/>
              </a:spcAft>
              <a:buClr>
                <a:srgbClr val="C2F970"/>
              </a:buClr>
              <a:buSzPts val="5600"/>
              <a:buFont typeface="Darker Grotesque Medium"/>
              <a:buChar char="•"/>
              <a:defRPr sz="5600">
                <a:solidFill>
                  <a:srgbClr val="C2F970"/>
                </a:solidFill>
                <a:latin typeface="Darker Grotesque Medium"/>
                <a:ea typeface="Darker Grotesque Medium"/>
                <a:cs typeface="Darker Grotesque Medium"/>
                <a:sym typeface="Darker Grotesque Medium"/>
              </a:defRPr>
            </a:lvl9pPr>
          </a:lstStyle>
          <a:p>
            <a:endParaRPr/>
          </a:p>
        </p:txBody>
      </p:sp>
      <p:sp>
        <p:nvSpPr>
          <p:cNvPr id="17" name="Google Shape;17;p3"/>
          <p:cNvSpPr txBox="1">
            <a:spLocks noGrp="1"/>
          </p:cNvSpPr>
          <p:nvPr>
            <p:ph type="title"/>
          </p:nvPr>
        </p:nvSpPr>
        <p:spPr>
          <a:xfrm>
            <a:off x="1815350" y="1261775"/>
            <a:ext cx="15430500" cy="1775100"/>
          </a:xfrm>
          <a:prstGeom prst="rect">
            <a:avLst/>
          </a:prstGeom>
        </p:spPr>
        <p:txBody>
          <a:bodyPr spcFirstLastPara="1" wrap="square" lIns="0" tIns="0" rIns="0" bIns="0" anchor="t" anchorCtr="0">
            <a:noAutofit/>
          </a:bodyPr>
          <a:lstStyle>
            <a:lvl1pPr lvl="0" algn="l">
              <a:spcBef>
                <a:spcPts val="0"/>
              </a:spcBef>
              <a:spcAft>
                <a:spcPts val="0"/>
              </a:spcAft>
              <a:buSzPts val="14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cxnSp>
        <p:nvCxnSpPr>
          <p:cNvPr id="18" name="Google Shape;18;p3"/>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19" name="Google Shape;19;p3"/>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20" name="Google Shape;20;p3"/>
          <p:cNvSpPr txBox="1"/>
          <p:nvPr/>
        </p:nvSpPr>
        <p:spPr>
          <a:xfrm>
            <a:off x="0" y="9613181"/>
            <a:ext cx="987600" cy="393900"/>
          </a:xfrm>
          <a:prstGeom prst="rect">
            <a:avLst/>
          </a:prstGeom>
          <a:noFill/>
          <a:ln>
            <a:noFill/>
          </a:ln>
        </p:spPr>
        <p:txBody>
          <a:bodyPr spcFirstLastPara="1" wrap="square" lIns="0" tIns="0" rIns="0" bIns="0" anchor="t" anchorCtr="0">
            <a:spAutoFit/>
          </a:bodyPr>
          <a:lstStyle/>
          <a:p>
            <a:pPr marL="0" marR="0" lvl="0" indent="0" algn="ctr" rtl="0">
              <a:lnSpc>
                <a:spcPct val="80000"/>
              </a:lnSpc>
              <a:spcBef>
                <a:spcPts val="0"/>
              </a:spcBef>
              <a:spcAft>
                <a:spcPts val="0"/>
              </a:spcAft>
              <a:buNone/>
            </a:pPr>
            <a:r>
              <a:rPr lang="en-US" sz="3200" b="0" i="0" u="none" strike="noStrike" cap="none">
                <a:solidFill>
                  <a:srgbClr val="C2F970"/>
                </a:solidFill>
                <a:latin typeface="Darker Grotesque"/>
                <a:ea typeface="Darker Grotesque"/>
                <a:cs typeface="Darker Grotesque"/>
                <a:sym typeface="Darker Grotesque"/>
              </a:rPr>
              <a:t>02</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type="obj">
  <p:cSld name="OBJECT">
    <p:bg>
      <p:bgPr>
        <a:solidFill>
          <a:srgbClr val="C2F970"/>
        </a:solidFill>
        <a:effectLst/>
      </p:bgPr>
    </p:bg>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1815350" y="6970050"/>
            <a:ext cx="15471000" cy="1815300"/>
          </a:xfrm>
          <a:prstGeom prst="rect">
            <a:avLst/>
          </a:prstGeom>
        </p:spPr>
        <p:txBody>
          <a:bodyPr spcFirstLastPara="1" wrap="square" lIns="0" tIns="0" rIns="0" bIns="0" anchor="t" anchorCtr="0">
            <a:noAutofit/>
          </a:bodyPr>
          <a:lstStyle>
            <a:lvl1pPr lvl="0" algn="r">
              <a:spcBef>
                <a:spcPts val="0"/>
              </a:spcBef>
              <a:spcAft>
                <a:spcPts val="0"/>
              </a:spcAft>
              <a:buClr>
                <a:srgbClr val="44344F"/>
              </a:buClr>
              <a:buSzPts val="14400"/>
              <a:buNone/>
              <a:defRPr>
                <a:solidFill>
                  <a:srgbClr val="44344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cxnSp>
        <p:nvCxnSpPr>
          <p:cNvPr id="23" name="Google Shape;23;p4"/>
          <p:cNvCxnSpPr/>
          <p:nvPr/>
        </p:nvCxnSpPr>
        <p:spPr>
          <a:xfrm rot="10800000">
            <a:off x="1009650" y="0"/>
            <a:ext cx="0" cy="10287000"/>
          </a:xfrm>
          <a:prstGeom prst="straightConnector1">
            <a:avLst/>
          </a:prstGeom>
          <a:noFill/>
          <a:ln w="38100" cap="flat" cmpd="sng">
            <a:solidFill>
              <a:srgbClr val="44344F"/>
            </a:solidFill>
            <a:prstDash val="solid"/>
            <a:round/>
            <a:headEnd type="none" w="sm" len="sm"/>
            <a:tailEnd type="none" w="sm" len="sm"/>
          </a:ln>
        </p:spPr>
      </p:cxnSp>
      <p:cxnSp>
        <p:nvCxnSpPr>
          <p:cNvPr id="24" name="Google Shape;24;p4"/>
          <p:cNvCxnSpPr/>
          <p:nvPr/>
        </p:nvCxnSpPr>
        <p:spPr>
          <a:xfrm rot="10800000">
            <a:off x="0" y="9258300"/>
            <a:ext cx="18288000" cy="0"/>
          </a:xfrm>
          <a:prstGeom prst="straightConnector1">
            <a:avLst/>
          </a:prstGeom>
          <a:noFill/>
          <a:ln w="38100" cap="flat" cmpd="sng">
            <a:solidFill>
              <a:srgbClr val="44344F"/>
            </a:solidFill>
            <a:prstDash val="solid"/>
            <a:round/>
            <a:headEnd type="none" w="sm" len="sm"/>
            <a:tailEnd type="none" w="sm" len="sm"/>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allery" type="secHead">
  <p:cSld name="SECTION_HEADER">
    <p:spTree>
      <p:nvGrpSpPr>
        <p:cNvPr id="1" name="Shape 25"/>
        <p:cNvGrpSpPr/>
        <p:nvPr/>
      </p:nvGrpSpPr>
      <p:grpSpPr>
        <a:xfrm>
          <a:off x="0" y="0"/>
          <a:ext cx="0" cy="0"/>
          <a:chOff x="0" y="0"/>
          <a:chExt cx="0" cy="0"/>
        </a:xfrm>
      </p:grpSpPr>
      <p:sp>
        <p:nvSpPr>
          <p:cNvPr id="26" name="Google Shape;26;p5"/>
          <p:cNvSpPr>
            <a:spLocks noGrp="1"/>
          </p:cNvSpPr>
          <p:nvPr>
            <p:ph type="pic" idx="2"/>
          </p:nvPr>
        </p:nvSpPr>
        <p:spPr>
          <a:xfrm>
            <a:off x="1512800" y="3065925"/>
            <a:ext cx="3735000" cy="5595900"/>
          </a:xfrm>
          <a:prstGeom prst="rect">
            <a:avLst/>
          </a:prstGeom>
          <a:noFill/>
          <a:ln w="19050" cap="flat" cmpd="sng">
            <a:solidFill>
              <a:srgbClr val="C2F970"/>
            </a:solidFill>
            <a:prstDash val="solid"/>
            <a:round/>
            <a:headEnd type="none" w="sm" len="sm"/>
            <a:tailEnd type="none" w="sm" len="sm"/>
          </a:ln>
        </p:spPr>
      </p:sp>
      <p:sp>
        <p:nvSpPr>
          <p:cNvPr id="27" name="Google Shape;27;p5"/>
          <p:cNvSpPr>
            <a:spLocks noGrp="1"/>
          </p:cNvSpPr>
          <p:nvPr>
            <p:ph type="pic" idx="3"/>
          </p:nvPr>
        </p:nvSpPr>
        <p:spPr>
          <a:xfrm>
            <a:off x="5602888" y="3076200"/>
            <a:ext cx="3735000" cy="5595900"/>
          </a:xfrm>
          <a:prstGeom prst="rect">
            <a:avLst/>
          </a:prstGeom>
          <a:noFill/>
          <a:ln w="19050" cap="flat" cmpd="sng">
            <a:solidFill>
              <a:srgbClr val="C2F970"/>
            </a:solidFill>
            <a:prstDash val="solid"/>
            <a:round/>
            <a:headEnd type="none" w="sm" len="sm"/>
            <a:tailEnd type="none" w="sm" len="sm"/>
          </a:ln>
        </p:spPr>
      </p:sp>
      <p:sp>
        <p:nvSpPr>
          <p:cNvPr id="28" name="Google Shape;28;p5"/>
          <p:cNvSpPr>
            <a:spLocks noGrp="1"/>
          </p:cNvSpPr>
          <p:nvPr>
            <p:ph type="pic" idx="4"/>
          </p:nvPr>
        </p:nvSpPr>
        <p:spPr>
          <a:xfrm>
            <a:off x="9717500" y="3071063"/>
            <a:ext cx="3735000" cy="5595900"/>
          </a:xfrm>
          <a:prstGeom prst="rect">
            <a:avLst/>
          </a:prstGeom>
          <a:noFill/>
          <a:ln w="19050" cap="flat" cmpd="sng">
            <a:solidFill>
              <a:srgbClr val="C2F970"/>
            </a:solidFill>
            <a:prstDash val="solid"/>
            <a:round/>
            <a:headEnd type="none" w="sm" len="sm"/>
            <a:tailEnd type="none" w="sm" len="sm"/>
          </a:ln>
        </p:spPr>
      </p:sp>
      <p:sp>
        <p:nvSpPr>
          <p:cNvPr id="29" name="Google Shape;29;p5"/>
          <p:cNvSpPr>
            <a:spLocks noGrp="1"/>
          </p:cNvSpPr>
          <p:nvPr>
            <p:ph type="pic" idx="5"/>
          </p:nvPr>
        </p:nvSpPr>
        <p:spPr>
          <a:xfrm>
            <a:off x="13807588" y="3081338"/>
            <a:ext cx="3735000" cy="5595900"/>
          </a:xfrm>
          <a:prstGeom prst="rect">
            <a:avLst/>
          </a:prstGeom>
          <a:noFill/>
          <a:ln w="19050" cap="flat" cmpd="sng">
            <a:solidFill>
              <a:srgbClr val="C2F970"/>
            </a:solidFill>
            <a:prstDash val="solid"/>
            <a:round/>
            <a:headEnd type="none" w="sm" len="sm"/>
            <a:tailEnd type="none" w="sm" len="sm"/>
          </a:ln>
        </p:spPr>
      </p:sp>
      <p:cxnSp>
        <p:nvCxnSpPr>
          <p:cNvPr id="30" name="Google Shape;30;p5"/>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31" name="Google Shape;31;p5"/>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ntent" type="twoObj">
  <p:cSld name="TWO_OBJECTS">
    <p:spTree>
      <p:nvGrpSpPr>
        <p:cNvPr id="1" name="Shape 32"/>
        <p:cNvGrpSpPr/>
        <p:nvPr/>
      </p:nvGrpSpPr>
      <p:grpSpPr>
        <a:xfrm>
          <a:off x="0" y="0"/>
          <a:ext cx="0" cy="0"/>
          <a:chOff x="0" y="0"/>
          <a:chExt cx="0" cy="0"/>
        </a:xfrm>
      </p:grpSpPr>
      <p:sp>
        <p:nvSpPr>
          <p:cNvPr id="33" name="Google Shape;33;p6"/>
          <p:cNvSpPr>
            <a:spLocks noGrp="1"/>
          </p:cNvSpPr>
          <p:nvPr>
            <p:ph type="pic" idx="2"/>
          </p:nvPr>
        </p:nvSpPr>
        <p:spPr>
          <a:xfrm>
            <a:off x="1756050" y="1082375"/>
            <a:ext cx="6483000" cy="5017200"/>
          </a:xfrm>
          <a:prstGeom prst="rect">
            <a:avLst/>
          </a:prstGeom>
          <a:noFill/>
          <a:ln w="19050" cap="flat" cmpd="sng">
            <a:solidFill>
              <a:srgbClr val="C2F970"/>
            </a:solidFill>
            <a:prstDash val="solid"/>
            <a:round/>
            <a:headEnd type="none" w="sm" len="sm"/>
            <a:tailEnd type="none" w="sm" len="sm"/>
          </a:ln>
        </p:spPr>
      </p:sp>
      <p:sp>
        <p:nvSpPr>
          <p:cNvPr id="34" name="Google Shape;34;p6"/>
          <p:cNvSpPr>
            <a:spLocks noGrp="1"/>
          </p:cNvSpPr>
          <p:nvPr>
            <p:ph type="pic" idx="3"/>
          </p:nvPr>
        </p:nvSpPr>
        <p:spPr>
          <a:xfrm>
            <a:off x="1756050" y="6297875"/>
            <a:ext cx="3077700" cy="2554500"/>
          </a:xfrm>
          <a:prstGeom prst="rect">
            <a:avLst/>
          </a:prstGeom>
          <a:noFill/>
          <a:ln w="19050" cap="flat" cmpd="sng">
            <a:solidFill>
              <a:srgbClr val="C2F970"/>
            </a:solidFill>
            <a:prstDash val="solid"/>
            <a:round/>
            <a:headEnd type="none" w="sm" len="sm"/>
            <a:tailEnd type="none" w="sm" len="sm"/>
          </a:ln>
        </p:spPr>
      </p:sp>
      <p:sp>
        <p:nvSpPr>
          <p:cNvPr id="35" name="Google Shape;35;p6"/>
          <p:cNvSpPr>
            <a:spLocks noGrp="1"/>
          </p:cNvSpPr>
          <p:nvPr>
            <p:ph type="pic" idx="4"/>
          </p:nvPr>
        </p:nvSpPr>
        <p:spPr>
          <a:xfrm>
            <a:off x="5138888" y="6288525"/>
            <a:ext cx="3077700" cy="2554500"/>
          </a:xfrm>
          <a:prstGeom prst="rect">
            <a:avLst/>
          </a:prstGeom>
          <a:noFill/>
          <a:ln w="19050" cap="flat" cmpd="sng">
            <a:solidFill>
              <a:srgbClr val="C2F970"/>
            </a:solidFill>
            <a:prstDash val="solid"/>
            <a:round/>
            <a:headEnd type="none" w="sm" len="sm"/>
            <a:tailEnd type="none" w="sm" len="sm"/>
          </a:ln>
        </p:spPr>
      </p:sp>
      <p:cxnSp>
        <p:nvCxnSpPr>
          <p:cNvPr id="36" name="Google Shape;36;p6"/>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37" name="Google Shape;37;p6"/>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0" tIns="0" rIns="0" bIns="0" anchor="ctr" anchorCtr="0">
            <a:noAutofit/>
          </a:bodyPr>
          <a:lstStyle>
            <a:lvl1pPr marR="0" lvl="0" algn="ctr" rtl="0">
              <a:lnSpc>
                <a:spcPct val="70000"/>
              </a:lnSpc>
              <a:spcBef>
                <a:spcPts val="0"/>
              </a:spcBef>
              <a:spcAft>
                <a:spcPts val="0"/>
              </a:spcAft>
              <a:buClr>
                <a:srgbClr val="C2F970"/>
              </a:buClr>
              <a:buSzPts val="14400"/>
              <a:buFont typeface="Darker Grotesque"/>
              <a:buNone/>
              <a:defRPr sz="14400" i="0" u="none" strike="noStrike" cap="none">
                <a:solidFill>
                  <a:srgbClr val="C2F970"/>
                </a:solidFill>
                <a:latin typeface="Darker Grotesque"/>
                <a:ea typeface="Darker Grotesque"/>
                <a:cs typeface="Darker Grotesque"/>
                <a:sym typeface="Darker Grotesque"/>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0" tIns="0" rIns="0" bIns="0" anchor="t" anchorCtr="0">
            <a:noAutofit/>
          </a:bodyPr>
          <a:lstStyle>
            <a:lvl1pPr marL="457200" marR="0" lvl="0" indent="-431800" algn="l" rtl="0">
              <a:spcBef>
                <a:spcPts val="640"/>
              </a:spcBef>
              <a:spcAft>
                <a:spcPts val="0"/>
              </a:spcAft>
              <a:buClr>
                <a:schemeClr val="lt1"/>
              </a:buClr>
              <a:buSzPts val="3200"/>
              <a:buFont typeface="Darker Grotesque Light"/>
              <a:buChar char="•"/>
              <a:defRPr sz="3200" i="0" u="none" strike="noStrike" cap="none">
                <a:solidFill>
                  <a:schemeClr val="lt1"/>
                </a:solidFill>
                <a:latin typeface="Darker Grotesque Light"/>
                <a:ea typeface="Darker Grotesque Light"/>
                <a:cs typeface="Darker Grotesque Light"/>
                <a:sym typeface="Darker Grotesque Light"/>
              </a:defRPr>
            </a:lvl1pPr>
            <a:lvl2pPr marL="914400" marR="0" lvl="1" indent="-406400" algn="l" rtl="0">
              <a:spcBef>
                <a:spcPts val="560"/>
              </a:spcBef>
              <a:spcAft>
                <a:spcPts val="0"/>
              </a:spcAft>
              <a:buClr>
                <a:schemeClr val="lt1"/>
              </a:buClr>
              <a:buSzPts val="2800"/>
              <a:buFont typeface="Darker Grotesque Light"/>
              <a:buChar char="–"/>
              <a:defRPr sz="2800" i="0" u="none" strike="noStrike" cap="none">
                <a:solidFill>
                  <a:schemeClr val="lt1"/>
                </a:solidFill>
                <a:latin typeface="Darker Grotesque Light"/>
                <a:ea typeface="Darker Grotesque Light"/>
                <a:cs typeface="Darker Grotesque Light"/>
                <a:sym typeface="Darker Grotesque Light"/>
              </a:defRPr>
            </a:lvl2pPr>
            <a:lvl3pPr marL="1371600" marR="0" lvl="2" indent="-381000" algn="l" rtl="0">
              <a:spcBef>
                <a:spcPts val="480"/>
              </a:spcBef>
              <a:spcAft>
                <a:spcPts val="0"/>
              </a:spcAft>
              <a:buClr>
                <a:schemeClr val="lt1"/>
              </a:buClr>
              <a:buSzPts val="2400"/>
              <a:buFont typeface="Darker Grotesque Light"/>
              <a:buChar char="•"/>
              <a:defRPr sz="2400" i="0" u="none" strike="noStrike" cap="none">
                <a:solidFill>
                  <a:schemeClr val="lt1"/>
                </a:solidFill>
                <a:latin typeface="Darker Grotesque Light"/>
                <a:ea typeface="Darker Grotesque Light"/>
                <a:cs typeface="Darker Grotesque Light"/>
                <a:sym typeface="Darker Grotesque Light"/>
              </a:defRPr>
            </a:lvl3pPr>
            <a:lvl4pPr marL="1828800" marR="0" lvl="3" indent="-355600" algn="l" rtl="0">
              <a:spcBef>
                <a:spcPts val="400"/>
              </a:spcBef>
              <a:spcAft>
                <a:spcPts val="0"/>
              </a:spcAft>
              <a:buClr>
                <a:schemeClr val="lt1"/>
              </a:buClr>
              <a:buSzPts val="2000"/>
              <a:buFont typeface="Darker Grotesque Light"/>
              <a:buChar char="–"/>
              <a:defRPr sz="2000" i="0" u="none" strike="noStrike" cap="none">
                <a:solidFill>
                  <a:schemeClr val="lt1"/>
                </a:solidFill>
                <a:latin typeface="Darker Grotesque Light"/>
                <a:ea typeface="Darker Grotesque Light"/>
                <a:cs typeface="Darker Grotesque Light"/>
                <a:sym typeface="Darker Grotesque Light"/>
              </a:defRPr>
            </a:lvl4pPr>
            <a:lvl5pPr marL="2286000" marR="0" lvl="4" indent="-355600" algn="l" rtl="0">
              <a:spcBef>
                <a:spcPts val="400"/>
              </a:spcBef>
              <a:spcAft>
                <a:spcPts val="0"/>
              </a:spcAft>
              <a:buClr>
                <a:schemeClr val="lt1"/>
              </a:buClr>
              <a:buSzPts val="2000"/>
              <a:buFont typeface="Darker Grotesque Light"/>
              <a:buChar char="»"/>
              <a:defRPr sz="2000" i="0" u="none" strike="noStrike" cap="none">
                <a:solidFill>
                  <a:schemeClr val="lt1"/>
                </a:solidFill>
                <a:latin typeface="Darker Grotesque Light"/>
                <a:ea typeface="Darker Grotesque Light"/>
                <a:cs typeface="Darker Grotesque Light"/>
                <a:sym typeface="Darker Grotesque Light"/>
              </a:defRPr>
            </a:lvl5pPr>
            <a:lvl6pPr marL="2743200" marR="0" lvl="5" indent="-355600" algn="l" rtl="0">
              <a:spcBef>
                <a:spcPts val="400"/>
              </a:spcBef>
              <a:spcAft>
                <a:spcPts val="0"/>
              </a:spcAft>
              <a:buClr>
                <a:schemeClr val="lt1"/>
              </a:buClr>
              <a:buSzPts val="2000"/>
              <a:buFont typeface="Darker Grotesque Light"/>
              <a:buChar char="•"/>
              <a:defRPr sz="2000" i="0" u="none" strike="noStrike" cap="none">
                <a:solidFill>
                  <a:schemeClr val="lt1"/>
                </a:solidFill>
                <a:latin typeface="Darker Grotesque Light"/>
                <a:ea typeface="Darker Grotesque Light"/>
                <a:cs typeface="Darker Grotesque Light"/>
                <a:sym typeface="Darker Grotesque Light"/>
              </a:defRPr>
            </a:lvl6pPr>
            <a:lvl7pPr marL="3200400" marR="0" lvl="6" indent="-355600" algn="l" rtl="0">
              <a:spcBef>
                <a:spcPts val="400"/>
              </a:spcBef>
              <a:spcAft>
                <a:spcPts val="0"/>
              </a:spcAft>
              <a:buClr>
                <a:schemeClr val="lt1"/>
              </a:buClr>
              <a:buSzPts val="2000"/>
              <a:buFont typeface="Darker Grotesque Light"/>
              <a:buChar char="•"/>
              <a:defRPr sz="2000" i="0" u="none" strike="noStrike" cap="none">
                <a:solidFill>
                  <a:schemeClr val="lt1"/>
                </a:solidFill>
                <a:latin typeface="Darker Grotesque Light"/>
                <a:ea typeface="Darker Grotesque Light"/>
                <a:cs typeface="Darker Grotesque Light"/>
                <a:sym typeface="Darker Grotesque Light"/>
              </a:defRPr>
            </a:lvl7pPr>
            <a:lvl8pPr marL="3657600" marR="0" lvl="7" indent="-355600" algn="l" rtl="0">
              <a:spcBef>
                <a:spcPts val="400"/>
              </a:spcBef>
              <a:spcAft>
                <a:spcPts val="0"/>
              </a:spcAft>
              <a:buClr>
                <a:schemeClr val="lt1"/>
              </a:buClr>
              <a:buSzPts val="2000"/>
              <a:buFont typeface="Darker Grotesque Light"/>
              <a:buChar char="•"/>
              <a:defRPr sz="2000" i="0" u="none" strike="noStrike" cap="none">
                <a:solidFill>
                  <a:schemeClr val="lt1"/>
                </a:solidFill>
                <a:latin typeface="Darker Grotesque Light"/>
                <a:ea typeface="Darker Grotesque Light"/>
                <a:cs typeface="Darker Grotesque Light"/>
                <a:sym typeface="Darker Grotesque Light"/>
              </a:defRPr>
            </a:lvl8pPr>
            <a:lvl9pPr marL="4114800" marR="0" lvl="8" indent="-355600" algn="l" rtl="0">
              <a:spcBef>
                <a:spcPts val="400"/>
              </a:spcBef>
              <a:spcAft>
                <a:spcPts val="0"/>
              </a:spcAft>
              <a:buClr>
                <a:schemeClr val="lt1"/>
              </a:buClr>
              <a:buSzPts val="2000"/>
              <a:buFont typeface="Darker Grotesque Light"/>
              <a:buChar char="•"/>
              <a:defRPr sz="2000" i="0" u="none" strike="noStrike" cap="none">
                <a:solidFill>
                  <a:schemeClr val="lt1"/>
                </a:solidFill>
                <a:latin typeface="Darker Grotesque Light"/>
                <a:ea typeface="Darker Grotesque Light"/>
                <a:cs typeface="Darker Grotesque Light"/>
                <a:sym typeface="Darker Grotesque Light"/>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7.png"/><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2.png"/><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2.png"/><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41"/>
        <p:cNvGrpSpPr/>
        <p:nvPr/>
      </p:nvGrpSpPr>
      <p:grpSpPr>
        <a:xfrm>
          <a:off x="0" y="0"/>
          <a:ext cx="0" cy="0"/>
          <a:chOff x="0" y="0"/>
          <a:chExt cx="0" cy="0"/>
        </a:xfrm>
      </p:grpSpPr>
      <p:sp>
        <p:nvSpPr>
          <p:cNvPr id="42" name="Google Shape;42;p7"/>
          <p:cNvSpPr txBox="1"/>
          <p:nvPr/>
        </p:nvSpPr>
        <p:spPr>
          <a:xfrm>
            <a:off x="1335604" y="2127219"/>
            <a:ext cx="16626443" cy="4259628"/>
          </a:xfrm>
          <a:prstGeom prst="rect">
            <a:avLst/>
          </a:prstGeom>
          <a:noFill/>
          <a:ln>
            <a:noFill/>
          </a:ln>
        </p:spPr>
        <p:txBody>
          <a:bodyPr spcFirstLastPara="1" wrap="square" lIns="0" tIns="0" rIns="0" bIns="0" anchor="t" anchorCtr="0">
            <a:spAutoFit/>
          </a:bodyPr>
          <a:lstStyle/>
          <a:p>
            <a:pPr marL="0" marR="0" lvl="0" indent="0" algn="l" rtl="0">
              <a:lnSpc>
                <a:spcPct val="80000"/>
              </a:lnSpc>
              <a:spcBef>
                <a:spcPts val="0"/>
              </a:spcBef>
              <a:spcAft>
                <a:spcPts val="0"/>
              </a:spcAft>
              <a:buNone/>
            </a:pPr>
            <a:r>
              <a:rPr lang="en-GB" sz="17300" b="0" i="0" u="none" strike="noStrike" cap="none" dirty="0">
                <a:solidFill>
                  <a:srgbClr val="C2F970"/>
                </a:solidFill>
                <a:latin typeface="Darker Grotesque"/>
                <a:ea typeface="Darker Grotesque"/>
                <a:cs typeface="Darker Grotesque"/>
                <a:sym typeface="Darker Grotesque"/>
              </a:rPr>
              <a:t>Finding Bridges in an Undirected Graph</a:t>
            </a:r>
            <a:endParaRPr lang="en-US" sz="1600" dirty="0"/>
          </a:p>
        </p:txBody>
      </p:sp>
      <p:sp>
        <p:nvSpPr>
          <p:cNvPr id="43" name="Google Shape;43;p7"/>
          <p:cNvSpPr txBox="1"/>
          <p:nvPr/>
        </p:nvSpPr>
        <p:spPr>
          <a:xfrm>
            <a:off x="11665163" y="8426314"/>
            <a:ext cx="8053069" cy="627992"/>
          </a:xfrm>
          <a:prstGeom prst="rect">
            <a:avLst/>
          </a:prstGeom>
          <a:noFill/>
          <a:ln>
            <a:noFill/>
          </a:ln>
        </p:spPr>
        <p:txBody>
          <a:bodyPr spcFirstLastPara="1" wrap="square" lIns="0" tIns="0" rIns="0" bIns="0" anchor="t" anchorCtr="0">
            <a:spAutoFit/>
          </a:bodyPr>
          <a:lstStyle/>
          <a:p>
            <a:pPr marL="0" marR="0" lvl="0" indent="0" algn="l" rtl="0">
              <a:lnSpc>
                <a:spcPct val="80003"/>
              </a:lnSpc>
              <a:spcBef>
                <a:spcPts val="0"/>
              </a:spcBef>
              <a:spcAft>
                <a:spcPts val="0"/>
              </a:spcAft>
              <a:buNone/>
            </a:pPr>
            <a:r>
              <a:rPr lang="en-US" sz="5101" b="1" i="0" u="none" strike="noStrike" cap="none" dirty="0">
                <a:solidFill>
                  <a:srgbClr val="C2F970"/>
                </a:solidFill>
                <a:latin typeface="Darker Grotesque"/>
                <a:ea typeface="Darker Grotesque"/>
                <a:cs typeface="Darker Grotesque"/>
                <a:sym typeface="Darker Grotesque"/>
              </a:rPr>
              <a:t>Presented by </a:t>
            </a:r>
            <a:r>
              <a:rPr lang="en-US" sz="5101" b="0" i="0" u="none" strike="noStrike" cap="none" dirty="0">
                <a:solidFill>
                  <a:srgbClr val="C2F970"/>
                </a:solidFill>
                <a:latin typeface="Darker Grotesque"/>
                <a:ea typeface="Darker Grotesque"/>
                <a:cs typeface="Darker Grotesque"/>
                <a:sym typeface="Darker Grotesque"/>
              </a:rPr>
              <a:t>: </a:t>
            </a:r>
            <a:r>
              <a:rPr lang="en-US" sz="5101" b="0" i="0" u="none" strike="noStrike" cap="none" dirty="0">
                <a:solidFill>
                  <a:schemeClr val="bg1"/>
                </a:solidFill>
                <a:latin typeface="Darker Grotesque"/>
                <a:ea typeface="Darker Grotesque"/>
                <a:cs typeface="Darker Grotesque"/>
                <a:sym typeface="Darker Grotesque"/>
              </a:rPr>
              <a:t>Awaiz Noor</a:t>
            </a:r>
            <a:endParaRPr dirty="0">
              <a:solidFill>
                <a:schemeClr val="bg1"/>
              </a:solidFill>
            </a:endParaRPr>
          </a:p>
        </p:txBody>
      </p:sp>
      <p:cxnSp>
        <p:nvCxnSpPr>
          <p:cNvPr id="44" name="Google Shape;44;p7"/>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45" name="Google Shape;45;p7"/>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52"/>
        <p:cNvGrpSpPr/>
        <p:nvPr/>
      </p:nvGrpSpPr>
      <p:grpSpPr>
        <a:xfrm>
          <a:off x="0" y="0"/>
          <a:ext cx="0" cy="0"/>
          <a:chOff x="0" y="0"/>
          <a:chExt cx="0" cy="0"/>
        </a:xfrm>
      </p:grpSpPr>
      <p:cxnSp>
        <p:nvCxnSpPr>
          <p:cNvPr id="53" name="Google Shape;53;p8"/>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54" name="Google Shape;54;p8"/>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58" name="Google Shape;58;p8"/>
          <p:cNvSpPr txBox="1"/>
          <p:nvPr/>
        </p:nvSpPr>
        <p:spPr>
          <a:xfrm>
            <a:off x="1783744" y="1100742"/>
            <a:ext cx="15475556" cy="1645920"/>
          </a:xfrm>
          <a:prstGeom prst="rect">
            <a:avLst/>
          </a:prstGeom>
          <a:noFill/>
          <a:ln>
            <a:noFill/>
          </a:ln>
        </p:spPr>
        <p:txBody>
          <a:bodyPr spcFirstLastPara="1" wrap="square" lIns="0" tIns="0" rIns="0" bIns="0" anchor="t" anchorCtr="0">
            <a:spAutoFit/>
          </a:bodyPr>
          <a:lstStyle/>
          <a:p>
            <a:pPr marL="0" marR="0" lvl="0" indent="0" algn="l" rtl="0">
              <a:lnSpc>
                <a:spcPct val="80000"/>
              </a:lnSpc>
              <a:spcBef>
                <a:spcPts val="0"/>
              </a:spcBef>
              <a:spcAft>
                <a:spcPts val="0"/>
              </a:spcAft>
              <a:buNone/>
            </a:pPr>
            <a:r>
              <a:rPr lang="en-US" sz="14400" b="0" i="0" u="none" strike="noStrike" cap="none" dirty="0">
                <a:solidFill>
                  <a:srgbClr val="C2F970"/>
                </a:solidFill>
                <a:latin typeface="Darker Grotesque"/>
                <a:ea typeface="Darker Grotesque"/>
                <a:cs typeface="Darker Grotesque"/>
                <a:sym typeface="Darker Grotesque"/>
              </a:rPr>
              <a:t>Table of Contents</a:t>
            </a:r>
            <a:endParaRPr dirty="0"/>
          </a:p>
        </p:txBody>
      </p:sp>
      <p:sp>
        <p:nvSpPr>
          <p:cNvPr id="59" name="Google Shape;59;p8"/>
          <p:cNvSpPr txBox="1"/>
          <p:nvPr/>
        </p:nvSpPr>
        <p:spPr>
          <a:xfrm>
            <a:off x="1371600" y="3103522"/>
            <a:ext cx="12632400" cy="4136517"/>
          </a:xfrm>
          <a:prstGeom prst="rect">
            <a:avLst/>
          </a:prstGeom>
          <a:noFill/>
          <a:ln>
            <a:noFill/>
          </a:ln>
        </p:spPr>
        <p:txBody>
          <a:bodyPr spcFirstLastPara="1" wrap="square" lIns="0" tIns="0" rIns="0" bIns="0" anchor="t" anchorCtr="0">
            <a:spAutoFit/>
          </a:bodyPr>
          <a:lstStyle/>
          <a:p>
            <a:pPr marL="1209041" marR="0" lvl="1" indent="-604520" algn="l" rtl="0">
              <a:lnSpc>
                <a:spcPct val="120000"/>
              </a:lnSpc>
              <a:spcBef>
                <a:spcPts val="0"/>
              </a:spcBef>
              <a:spcAft>
                <a:spcPts val="0"/>
              </a:spcAft>
              <a:buClr>
                <a:srgbClr val="C2F970"/>
              </a:buClr>
              <a:buSzPts val="5600"/>
              <a:buFont typeface="Darker Grotesque Medium"/>
              <a:buAutoNum type="arabicPeriod"/>
            </a:pPr>
            <a:r>
              <a:rPr lang="en-US" sz="5600" i="0" u="none" strike="noStrike" cap="none" dirty="0">
                <a:solidFill>
                  <a:schemeClr val="bg1"/>
                </a:solidFill>
                <a:latin typeface="Darker Grotesque Medium"/>
                <a:ea typeface="Darker Grotesque Medium"/>
                <a:cs typeface="Darker Grotesque Medium"/>
                <a:sym typeface="Darker Grotesque Medium"/>
              </a:rPr>
              <a:t>Introduction</a:t>
            </a:r>
            <a:endParaRPr dirty="0">
              <a:solidFill>
                <a:schemeClr val="bg1"/>
              </a:solidFill>
              <a:latin typeface="Darker Grotesque Medium"/>
              <a:ea typeface="Darker Grotesque Medium"/>
              <a:cs typeface="Darker Grotesque Medium"/>
              <a:sym typeface="Darker Grotesque Medium"/>
            </a:endParaRPr>
          </a:p>
          <a:p>
            <a:pPr marL="1209041" marR="0" lvl="1" indent="-604520" algn="l" rtl="0">
              <a:lnSpc>
                <a:spcPct val="120000"/>
              </a:lnSpc>
              <a:spcBef>
                <a:spcPts val="0"/>
              </a:spcBef>
              <a:spcAft>
                <a:spcPts val="0"/>
              </a:spcAft>
              <a:buClr>
                <a:srgbClr val="C2F970"/>
              </a:buClr>
              <a:buSzPts val="5600"/>
              <a:buFont typeface="Darker Grotesque Medium"/>
              <a:buAutoNum type="arabicPeriod"/>
            </a:pPr>
            <a:r>
              <a:rPr lang="en-US" sz="5600" i="0" u="none" strike="noStrike" cap="none" dirty="0">
                <a:solidFill>
                  <a:schemeClr val="bg1"/>
                </a:solidFill>
                <a:latin typeface="Darker Grotesque Medium"/>
                <a:ea typeface="Darker Grotesque Medium"/>
                <a:cs typeface="Darker Grotesque Medium"/>
                <a:sym typeface="Darker Grotesque Medium"/>
              </a:rPr>
              <a:t>Problem Statement</a:t>
            </a:r>
            <a:endParaRPr dirty="0">
              <a:solidFill>
                <a:schemeClr val="bg1"/>
              </a:solidFill>
              <a:latin typeface="Darker Grotesque Medium"/>
              <a:ea typeface="Darker Grotesque Medium"/>
              <a:cs typeface="Darker Grotesque Medium"/>
              <a:sym typeface="Darker Grotesque Medium"/>
            </a:endParaRPr>
          </a:p>
          <a:p>
            <a:pPr marL="1209041" marR="0" lvl="1" indent="-604520" algn="l" rtl="0">
              <a:lnSpc>
                <a:spcPct val="120000"/>
              </a:lnSpc>
              <a:spcBef>
                <a:spcPts val="0"/>
              </a:spcBef>
              <a:spcAft>
                <a:spcPts val="0"/>
              </a:spcAft>
              <a:buClr>
                <a:srgbClr val="C2F970"/>
              </a:buClr>
              <a:buSzPts val="5600"/>
              <a:buFont typeface="Darker Grotesque Medium"/>
              <a:buAutoNum type="arabicPeriod"/>
            </a:pPr>
            <a:r>
              <a:rPr lang="en-US" sz="5600" i="0" u="none" strike="noStrike" cap="none" dirty="0">
                <a:solidFill>
                  <a:schemeClr val="bg1"/>
                </a:solidFill>
                <a:latin typeface="Darker Grotesque Medium"/>
                <a:ea typeface="Darker Grotesque Medium"/>
                <a:cs typeface="Darker Grotesque Medium"/>
                <a:sym typeface="Darker Grotesque Medium"/>
              </a:rPr>
              <a:t>Tarjan Algorithm</a:t>
            </a:r>
            <a:endParaRPr dirty="0">
              <a:solidFill>
                <a:schemeClr val="bg1"/>
              </a:solidFill>
              <a:latin typeface="Darker Grotesque Medium"/>
              <a:ea typeface="Darker Grotesque Medium"/>
              <a:cs typeface="Darker Grotesque Medium"/>
              <a:sym typeface="Darker Grotesque Medium"/>
            </a:endParaRPr>
          </a:p>
          <a:p>
            <a:pPr marL="1209041" marR="0" lvl="1" indent="-604520" algn="l" rtl="0">
              <a:lnSpc>
                <a:spcPct val="120000"/>
              </a:lnSpc>
              <a:spcBef>
                <a:spcPts val="0"/>
              </a:spcBef>
              <a:spcAft>
                <a:spcPts val="0"/>
              </a:spcAft>
              <a:buClr>
                <a:srgbClr val="C2F970"/>
              </a:buClr>
              <a:buSzPts val="5600"/>
              <a:buFont typeface="Darker Grotesque Medium"/>
              <a:buAutoNum type="arabicPeriod"/>
            </a:pPr>
            <a:r>
              <a:rPr lang="en-US" sz="5600" i="0" u="none" strike="noStrike" cap="none" dirty="0">
                <a:solidFill>
                  <a:schemeClr val="bg1"/>
                </a:solidFill>
                <a:latin typeface="Darker Grotesque Medium"/>
                <a:ea typeface="Darker Grotesque Medium"/>
                <a:cs typeface="Darker Grotesque Medium"/>
                <a:sym typeface="Darker Grotesque Medium"/>
              </a:rPr>
              <a:t>Code Demo</a:t>
            </a:r>
            <a:endParaRPr dirty="0">
              <a:solidFill>
                <a:schemeClr val="bg1"/>
              </a:solidFill>
              <a:latin typeface="Darker Grotesque Medium"/>
              <a:ea typeface="Darker Grotesque Medium"/>
              <a:cs typeface="Darker Grotesque Medium"/>
              <a:sym typeface="Darker Grotesque Medium"/>
            </a:endParaRP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C2F970"/>
        </a:solidFill>
        <a:effectLst/>
      </p:bgPr>
    </p:bg>
    <p:spTree>
      <p:nvGrpSpPr>
        <p:cNvPr id="1" name="Shape 63">
          <a:extLst>
            <a:ext uri="{FF2B5EF4-FFF2-40B4-BE49-F238E27FC236}">
              <a16:creationId xmlns:a16="http://schemas.microsoft.com/office/drawing/2014/main" id="{68F46226-4EAF-A7DB-7E29-869830D11961}"/>
            </a:ext>
          </a:extLst>
        </p:cNvPr>
        <p:cNvGrpSpPr/>
        <p:nvPr/>
      </p:nvGrpSpPr>
      <p:grpSpPr>
        <a:xfrm>
          <a:off x="0" y="0"/>
          <a:ext cx="0" cy="0"/>
          <a:chOff x="0" y="0"/>
          <a:chExt cx="0" cy="0"/>
        </a:xfrm>
      </p:grpSpPr>
      <p:sp>
        <p:nvSpPr>
          <p:cNvPr id="64" name="Google Shape;64;p9">
            <a:extLst>
              <a:ext uri="{FF2B5EF4-FFF2-40B4-BE49-F238E27FC236}">
                <a16:creationId xmlns:a16="http://schemas.microsoft.com/office/drawing/2014/main" id="{9A1C9772-3A16-BC39-738A-4851A48D6952}"/>
              </a:ext>
            </a:extLst>
          </p:cNvPr>
          <p:cNvSpPr txBox="1"/>
          <p:nvPr/>
        </p:nvSpPr>
        <p:spPr>
          <a:xfrm>
            <a:off x="8854624" y="1530180"/>
            <a:ext cx="8404676" cy="7064384"/>
          </a:xfrm>
          <a:prstGeom prst="rect">
            <a:avLst/>
          </a:prstGeom>
          <a:noFill/>
          <a:ln>
            <a:noFill/>
          </a:ln>
        </p:spPr>
        <p:txBody>
          <a:bodyPr spcFirstLastPara="1" wrap="square" lIns="0" tIns="0" rIns="0" bIns="0" anchor="t" anchorCtr="0">
            <a:spAutoFit/>
          </a:bodyPr>
          <a:lstStyle/>
          <a:p>
            <a:pPr marL="0" marR="0" lvl="0" indent="0" algn="r" rtl="0">
              <a:lnSpc>
                <a:spcPct val="80000"/>
              </a:lnSpc>
              <a:spcBef>
                <a:spcPts val="0"/>
              </a:spcBef>
              <a:spcAft>
                <a:spcPts val="0"/>
              </a:spcAft>
              <a:buNone/>
            </a:pPr>
            <a:r>
              <a:rPr lang="en-US" sz="61812" b="0" i="0" u="none" strike="noStrike" cap="none" dirty="0">
                <a:solidFill>
                  <a:srgbClr val="44344F"/>
                </a:solidFill>
                <a:latin typeface="Darker Grotesque"/>
                <a:ea typeface="Darker Grotesque"/>
                <a:cs typeface="Darker Grotesque"/>
                <a:sym typeface="Darker Grotesque"/>
              </a:rPr>
              <a:t>01</a:t>
            </a:r>
            <a:endParaRPr dirty="0"/>
          </a:p>
        </p:txBody>
      </p:sp>
      <p:cxnSp>
        <p:nvCxnSpPr>
          <p:cNvPr id="65" name="Google Shape;65;p9">
            <a:extLst>
              <a:ext uri="{FF2B5EF4-FFF2-40B4-BE49-F238E27FC236}">
                <a16:creationId xmlns:a16="http://schemas.microsoft.com/office/drawing/2014/main" id="{84E82E48-8F57-354C-B73B-EFF74482152B}"/>
              </a:ext>
            </a:extLst>
          </p:cNvPr>
          <p:cNvCxnSpPr/>
          <p:nvPr/>
        </p:nvCxnSpPr>
        <p:spPr>
          <a:xfrm rot="10800000">
            <a:off x="1009650" y="0"/>
            <a:ext cx="0" cy="10287000"/>
          </a:xfrm>
          <a:prstGeom prst="straightConnector1">
            <a:avLst/>
          </a:prstGeom>
          <a:noFill/>
          <a:ln w="38100" cap="flat" cmpd="sng">
            <a:solidFill>
              <a:srgbClr val="44344F"/>
            </a:solidFill>
            <a:prstDash val="solid"/>
            <a:round/>
            <a:headEnd type="none" w="sm" len="sm"/>
            <a:tailEnd type="none" w="sm" len="sm"/>
          </a:ln>
        </p:spPr>
      </p:cxnSp>
      <p:cxnSp>
        <p:nvCxnSpPr>
          <p:cNvPr id="66" name="Google Shape;66;p9">
            <a:extLst>
              <a:ext uri="{FF2B5EF4-FFF2-40B4-BE49-F238E27FC236}">
                <a16:creationId xmlns:a16="http://schemas.microsoft.com/office/drawing/2014/main" id="{5B4344A6-E0E7-7695-3E9E-F7BB2A979033}"/>
              </a:ext>
            </a:extLst>
          </p:cNvPr>
          <p:cNvCxnSpPr/>
          <p:nvPr/>
        </p:nvCxnSpPr>
        <p:spPr>
          <a:xfrm rot="10800000">
            <a:off x="0" y="9258300"/>
            <a:ext cx="18288000" cy="0"/>
          </a:xfrm>
          <a:prstGeom prst="straightConnector1">
            <a:avLst/>
          </a:prstGeom>
          <a:noFill/>
          <a:ln w="38100" cap="flat" cmpd="sng">
            <a:solidFill>
              <a:srgbClr val="44344F"/>
            </a:solidFill>
            <a:prstDash val="solid"/>
            <a:round/>
            <a:headEnd type="none" w="sm" len="sm"/>
            <a:tailEnd type="none" w="sm" len="sm"/>
          </a:ln>
        </p:spPr>
      </p:cxnSp>
      <p:sp>
        <p:nvSpPr>
          <p:cNvPr id="70" name="Google Shape;70;p9">
            <a:extLst>
              <a:ext uri="{FF2B5EF4-FFF2-40B4-BE49-F238E27FC236}">
                <a16:creationId xmlns:a16="http://schemas.microsoft.com/office/drawing/2014/main" id="{12BDD977-F3F7-4D5F-8878-2F48C9C66041}"/>
              </a:ext>
            </a:extLst>
          </p:cNvPr>
          <p:cNvSpPr txBox="1"/>
          <p:nvPr/>
        </p:nvSpPr>
        <p:spPr>
          <a:xfrm>
            <a:off x="1596317" y="7336120"/>
            <a:ext cx="15475556" cy="1772793"/>
          </a:xfrm>
          <a:prstGeom prst="rect">
            <a:avLst/>
          </a:prstGeom>
          <a:noFill/>
          <a:ln>
            <a:noFill/>
          </a:ln>
        </p:spPr>
        <p:txBody>
          <a:bodyPr spcFirstLastPara="1" wrap="square" lIns="0" tIns="0" rIns="0" bIns="0" anchor="t" anchorCtr="0">
            <a:spAutoFit/>
          </a:bodyPr>
          <a:lstStyle/>
          <a:p>
            <a:pPr marL="0" marR="0" lvl="0" indent="0" algn="r" rtl="0">
              <a:lnSpc>
                <a:spcPct val="80000"/>
              </a:lnSpc>
              <a:spcBef>
                <a:spcPts val="0"/>
              </a:spcBef>
              <a:spcAft>
                <a:spcPts val="0"/>
              </a:spcAft>
              <a:buNone/>
            </a:pPr>
            <a:r>
              <a:rPr lang="en-US" sz="14400" b="0" i="0" u="none" strike="noStrike" cap="none" dirty="0">
                <a:solidFill>
                  <a:srgbClr val="44344F"/>
                </a:solidFill>
                <a:latin typeface="Darker Grotesque"/>
                <a:ea typeface="Darker Grotesque"/>
                <a:cs typeface="Darker Grotesque"/>
                <a:sym typeface="Darker Grotesque"/>
              </a:rPr>
              <a:t>Introduction</a:t>
            </a:r>
            <a:endParaRPr dirty="0"/>
          </a:p>
        </p:txBody>
      </p:sp>
    </p:spTree>
    <p:extLst>
      <p:ext uri="{BB962C8B-B14F-4D97-AF65-F5344CB8AC3E}">
        <p14:creationId xmlns:p14="http://schemas.microsoft.com/office/powerpoint/2010/main" val="3243329761"/>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119"/>
        <p:cNvGrpSpPr/>
        <p:nvPr/>
      </p:nvGrpSpPr>
      <p:grpSpPr>
        <a:xfrm>
          <a:off x="0" y="0"/>
          <a:ext cx="0" cy="0"/>
          <a:chOff x="0" y="0"/>
          <a:chExt cx="0" cy="0"/>
        </a:xfrm>
      </p:grpSpPr>
      <p:cxnSp>
        <p:nvCxnSpPr>
          <p:cNvPr id="121" name="Google Shape;121;p13"/>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122" name="Google Shape;122;p13"/>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123" name="Google Shape;123;p13"/>
          <p:cNvSpPr txBox="1"/>
          <p:nvPr/>
        </p:nvSpPr>
        <p:spPr>
          <a:xfrm>
            <a:off x="1588500" y="607204"/>
            <a:ext cx="7555500" cy="1486561"/>
          </a:xfrm>
          <a:prstGeom prst="rect">
            <a:avLst/>
          </a:prstGeom>
          <a:noFill/>
          <a:ln>
            <a:noFill/>
          </a:ln>
        </p:spPr>
        <p:txBody>
          <a:bodyPr spcFirstLastPara="1" wrap="square" lIns="0" tIns="0" rIns="0" bIns="0" anchor="t" anchorCtr="0">
            <a:spAutoFit/>
          </a:bodyPr>
          <a:lstStyle/>
          <a:p>
            <a:pPr marL="0" marR="0" lvl="0" indent="0" rtl="0">
              <a:lnSpc>
                <a:spcPct val="70000"/>
              </a:lnSpc>
              <a:spcBef>
                <a:spcPts val="0"/>
              </a:spcBef>
              <a:spcAft>
                <a:spcPts val="0"/>
              </a:spcAft>
              <a:buNone/>
            </a:pPr>
            <a:r>
              <a:rPr lang="en-US" sz="13800" b="1" i="0" u="none" strike="noStrike" cap="none" dirty="0">
                <a:solidFill>
                  <a:srgbClr val="C2F970"/>
                </a:solidFill>
                <a:latin typeface="Darker Grotesque"/>
                <a:ea typeface="Darker Grotesque"/>
                <a:cs typeface="Darker Grotesque"/>
                <a:sym typeface="Darker Grotesque"/>
              </a:rPr>
              <a:t>Graphs</a:t>
            </a:r>
            <a:endParaRPr sz="1200" b="1" dirty="0"/>
          </a:p>
        </p:txBody>
      </p:sp>
      <p:sp>
        <p:nvSpPr>
          <p:cNvPr id="124" name="Google Shape;124;p13"/>
          <p:cNvSpPr txBox="1"/>
          <p:nvPr/>
        </p:nvSpPr>
        <p:spPr>
          <a:xfrm>
            <a:off x="1459541" y="2133004"/>
            <a:ext cx="9763978" cy="6340197"/>
          </a:xfrm>
          <a:prstGeom prst="rect">
            <a:avLst/>
          </a:prstGeom>
          <a:noFill/>
          <a:ln>
            <a:noFill/>
          </a:ln>
        </p:spPr>
        <p:txBody>
          <a:bodyPr spcFirstLastPara="1" wrap="square" lIns="0" tIns="0" rIns="0" bIns="0" anchor="t" anchorCtr="0">
            <a:spAutoFit/>
          </a:bodyPr>
          <a:lstStyle/>
          <a:p>
            <a:pPr marL="571500" marR="0" lvl="0" indent="-571500" algn="just" rtl="0">
              <a:lnSpc>
                <a:spcPct val="100000"/>
              </a:lnSpc>
              <a:spcBef>
                <a:spcPts val="0"/>
              </a:spcBef>
              <a:spcAft>
                <a:spcPts val="1200"/>
              </a:spcAft>
              <a:buClr>
                <a:srgbClr val="92D050"/>
              </a:buClr>
              <a:buFont typeface="Arial" panose="020B0604020202020204" pitchFamily="34" charset="0"/>
              <a:buChar char="•"/>
            </a:pPr>
            <a:r>
              <a:rPr lang="en-GB" sz="3600" i="0" u="none" strike="noStrike" cap="none" dirty="0">
                <a:solidFill>
                  <a:srgbClr val="FFFFFF"/>
                </a:solidFill>
                <a:latin typeface="Nunito" pitchFamily="2" charset="0"/>
                <a:ea typeface="Darker Grotesque Light"/>
                <a:cs typeface="Darker Grotesque Light"/>
                <a:sym typeface="Darker Grotesque Light"/>
              </a:rPr>
              <a:t>A graph G is a collection of Vertices (Nodes) and edges.</a:t>
            </a:r>
          </a:p>
          <a:p>
            <a:pPr marL="571500" marR="0" lvl="0" indent="-571500" algn="just" rtl="0">
              <a:lnSpc>
                <a:spcPct val="100000"/>
              </a:lnSpc>
              <a:spcBef>
                <a:spcPts val="0"/>
              </a:spcBef>
              <a:spcAft>
                <a:spcPts val="1200"/>
              </a:spcAft>
              <a:buClr>
                <a:srgbClr val="92D050"/>
              </a:buClr>
              <a:buFont typeface="Arial" panose="020B0604020202020204" pitchFamily="34" charset="0"/>
              <a:buChar char="•"/>
            </a:pPr>
            <a:r>
              <a:rPr lang="en-GB" sz="3600" b="1" i="0" u="none" strike="noStrike" cap="none" dirty="0">
                <a:solidFill>
                  <a:srgbClr val="FFFFFF"/>
                </a:solidFill>
                <a:latin typeface="Nunito" pitchFamily="2" charset="0"/>
                <a:ea typeface="Darker Grotesque Light"/>
                <a:cs typeface="Darker Grotesque Light"/>
                <a:sym typeface="Darker Grotesque Light"/>
              </a:rPr>
              <a:t>Mathematical Definition : </a:t>
            </a:r>
            <a:r>
              <a:rPr lang="en-GB" sz="3600" i="0" u="none" strike="noStrike" cap="none" dirty="0">
                <a:solidFill>
                  <a:srgbClr val="FFFFFF"/>
                </a:solidFill>
                <a:latin typeface="Nunito" pitchFamily="2" charset="0"/>
                <a:ea typeface="Darker Grotesque Light"/>
                <a:cs typeface="Darker Grotesque Light"/>
                <a:sym typeface="Darker Grotesque Light"/>
              </a:rPr>
              <a:t>A graph is defined G=(V,E) where</a:t>
            </a:r>
            <a:r>
              <a:rPr lang="en-GB" sz="3600" dirty="0">
                <a:solidFill>
                  <a:srgbClr val="FFFFFF"/>
                </a:solidFill>
                <a:latin typeface="Nunito" pitchFamily="2" charset="0"/>
                <a:ea typeface="Darker Grotesque Light"/>
                <a:cs typeface="Darker Grotesque Light"/>
                <a:sym typeface="Darker Grotesque Light"/>
              </a:rPr>
              <a:t> </a:t>
            </a:r>
            <a:r>
              <a:rPr lang="en-GB" sz="3600" i="0" u="none" strike="noStrike" cap="none" dirty="0">
                <a:solidFill>
                  <a:srgbClr val="FFFFFF"/>
                </a:solidFill>
                <a:latin typeface="Nunito" pitchFamily="2" charset="0"/>
                <a:ea typeface="Darker Grotesque Light"/>
                <a:cs typeface="Darker Grotesque Light"/>
                <a:sym typeface="Darker Grotesque Light"/>
              </a:rPr>
              <a:t>V = {1,2,3,...n} is the set of vertices and  E = { (</a:t>
            </a:r>
            <a:r>
              <a:rPr lang="en-GB" sz="3600" i="0" u="none" strike="noStrike" cap="none" dirty="0" err="1">
                <a:solidFill>
                  <a:srgbClr val="FFFFFF"/>
                </a:solidFill>
                <a:latin typeface="Nunito" pitchFamily="2" charset="0"/>
                <a:ea typeface="Darker Grotesque Light"/>
                <a:cs typeface="Darker Grotesque Light"/>
                <a:sym typeface="Darker Grotesque Light"/>
              </a:rPr>
              <a:t>u,v</a:t>
            </a:r>
            <a:r>
              <a:rPr lang="en-GB" sz="3600" i="0" u="none" strike="noStrike" cap="none" dirty="0">
                <a:solidFill>
                  <a:srgbClr val="FFFFFF"/>
                </a:solidFill>
                <a:latin typeface="Nunito" pitchFamily="2" charset="0"/>
                <a:ea typeface="Darker Grotesque Light"/>
                <a:cs typeface="Darker Grotesque Light"/>
                <a:sym typeface="Darker Grotesque Light"/>
              </a:rPr>
              <a:t>) ∣ </a:t>
            </a:r>
            <a:r>
              <a:rPr lang="en-GB" sz="3600" i="0" u="none" strike="noStrike" cap="none" dirty="0" err="1">
                <a:solidFill>
                  <a:srgbClr val="FFFFFF"/>
                </a:solidFill>
                <a:latin typeface="Nunito" pitchFamily="2" charset="0"/>
                <a:ea typeface="Darker Grotesque Light"/>
                <a:cs typeface="Darker Grotesque Light"/>
                <a:sym typeface="Darker Grotesque Light"/>
              </a:rPr>
              <a:t>u,v</a:t>
            </a:r>
            <a:r>
              <a:rPr lang="en-GB" sz="3600" i="0" u="none" strike="noStrike" cap="none" dirty="0">
                <a:solidFill>
                  <a:srgbClr val="FFFFFF"/>
                </a:solidFill>
                <a:latin typeface="Nunito" pitchFamily="2" charset="0"/>
                <a:ea typeface="Darker Grotesque Light"/>
                <a:cs typeface="Darker Grotesque Light"/>
                <a:sym typeface="Darker Grotesque Light"/>
              </a:rPr>
              <a:t> ∈ V } is the set of edges.</a:t>
            </a:r>
          </a:p>
          <a:p>
            <a:pPr marL="571500" lvl="1" indent="-571500" algn="just">
              <a:spcAft>
                <a:spcPts val="1200"/>
              </a:spcAft>
              <a:buClr>
                <a:srgbClr val="92D050"/>
              </a:buClr>
              <a:buFont typeface="Arial" panose="020B0604020202020204" pitchFamily="34" charset="0"/>
              <a:buChar char="•"/>
            </a:pPr>
            <a:r>
              <a:rPr lang="en-GB" sz="3600" b="1" i="0" u="none" strike="noStrike" cap="none" dirty="0">
                <a:solidFill>
                  <a:srgbClr val="FFFFFF"/>
                </a:solidFill>
                <a:latin typeface="Nunito" pitchFamily="2" charset="0"/>
                <a:ea typeface="Darker Grotesque Light"/>
                <a:cs typeface="Darker Grotesque Light"/>
                <a:sym typeface="Darker Grotesque Light"/>
              </a:rPr>
              <a:t>Undirected Graph </a:t>
            </a:r>
            <a:r>
              <a:rPr lang="en-GB" sz="3600" i="0" u="none" strike="noStrike" cap="none" dirty="0">
                <a:solidFill>
                  <a:srgbClr val="FFFFFF"/>
                </a:solidFill>
                <a:latin typeface="Nunito" pitchFamily="2" charset="0"/>
                <a:ea typeface="Darker Grotesque Light"/>
                <a:cs typeface="Darker Grotesque Light"/>
                <a:sym typeface="Darker Grotesque Light"/>
              </a:rPr>
              <a:t>((</a:t>
            </a:r>
            <a:r>
              <a:rPr lang="en-GB" sz="3600" i="0" u="none" strike="noStrike" cap="none" dirty="0" err="1">
                <a:solidFill>
                  <a:srgbClr val="FFFFFF"/>
                </a:solidFill>
                <a:latin typeface="Nunito" pitchFamily="2" charset="0"/>
                <a:ea typeface="Darker Grotesque Light"/>
                <a:cs typeface="Darker Grotesque Light"/>
                <a:sym typeface="Darker Grotesque Light"/>
              </a:rPr>
              <a:t>u,v</a:t>
            </a:r>
            <a:r>
              <a:rPr lang="en-GB" sz="3600" i="0" u="none" strike="noStrike" cap="none" dirty="0">
                <a:solidFill>
                  <a:srgbClr val="FFFFFF"/>
                </a:solidFill>
                <a:latin typeface="Nunito" pitchFamily="2" charset="0"/>
                <a:ea typeface="Darker Grotesque Light"/>
                <a:cs typeface="Darker Grotesque Light"/>
                <a:sym typeface="Darker Grotesque Light"/>
              </a:rPr>
              <a:t>)=(</a:t>
            </a:r>
            <a:r>
              <a:rPr lang="en-GB" sz="3600" i="0" u="none" strike="noStrike" cap="none" dirty="0" err="1">
                <a:solidFill>
                  <a:srgbClr val="FFFFFF"/>
                </a:solidFill>
                <a:latin typeface="Nunito" pitchFamily="2" charset="0"/>
                <a:ea typeface="Darker Grotesque Light"/>
                <a:cs typeface="Darker Grotesque Light"/>
                <a:sym typeface="Darker Grotesque Light"/>
              </a:rPr>
              <a:t>v,u</a:t>
            </a:r>
            <a:r>
              <a:rPr lang="en-GB" sz="3600" i="0" u="none" strike="noStrike" cap="none" dirty="0">
                <a:solidFill>
                  <a:srgbClr val="FFFFFF"/>
                </a:solidFill>
                <a:latin typeface="Nunito" pitchFamily="2" charset="0"/>
                <a:ea typeface="Darker Grotesque Light"/>
                <a:cs typeface="Darker Grotesque Light"/>
                <a:sym typeface="Darker Grotesque Light"/>
              </a:rPr>
              <a:t>)) : Edges have no specific direction</a:t>
            </a:r>
          </a:p>
          <a:p>
            <a:pPr marL="571500" lvl="1" indent="-571500" algn="just">
              <a:spcAft>
                <a:spcPts val="1200"/>
              </a:spcAft>
              <a:buClr>
                <a:srgbClr val="92D050"/>
              </a:buClr>
              <a:buFont typeface="Arial" panose="020B0604020202020204" pitchFamily="34" charset="0"/>
              <a:buChar char="•"/>
            </a:pPr>
            <a:r>
              <a:rPr lang="en-GB" sz="3600" b="1" i="0" u="none" strike="noStrike" cap="none" dirty="0">
                <a:solidFill>
                  <a:srgbClr val="FFFFFF"/>
                </a:solidFill>
                <a:latin typeface="Nunito" pitchFamily="2" charset="0"/>
                <a:ea typeface="Darker Grotesque Light"/>
                <a:cs typeface="Darker Grotesque Light"/>
                <a:sym typeface="Darker Grotesque Light"/>
              </a:rPr>
              <a:t>Directed Graph (</a:t>
            </a:r>
            <a:r>
              <a:rPr lang="en-GB" sz="3600" i="0" u="none" strike="noStrike" cap="none" dirty="0">
                <a:solidFill>
                  <a:srgbClr val="FFFFFF"/>
                </a:solidFill>
                <a:latin typeface="Nunito" pitchFamily="2" charset="0"/>
                <a:ea typeface="Darker Grotesque Light"/>
                <a:cs typeface="Darker Grotesque Light"/>
                <a:sym typeface="Darker Grotesque Light"/>
              </a:rPr>
              <a:t>(</a:t>
            </a:r>
            <a:r>
              <a:rPr lang="en-GB" sz="3600" i="0" u="none" strike="noStrike" cap="none" dirty="0" err="1">
                <a:solidFill>
                  <a:srgbClr val="FFFFFF"/>
                </a:solidFill>
                <a:latin typeface="Nunito" pitchFamily="2" charset="0"/>
                <a:ea typeface="Darker Grotesque Light"/>
                <a:cs typeface="Darker Grotesque Light"/>
                <a:sym typeface="Darker Grotesque Light"/>
              </a:rPr>
              <a:t>u,v</a:t>
            </a:r>
            <a:r>
              <a:rPr lang="en-GB" sz="3600" i="0" u="none" strike="noStrike" cap="none" dirty="0">
                <a:solidFill>
                  <a:srgbClr val="FFFFFF"/>
                </a:solidFill>
                <a:latin typeface="Nunito" pitchFamily="2" charset="0"/>
                <a:ea typeface="Darker Grotesque Light"/>
                <a:cs typeface="Darker Grotesque Light"/>
                <a:sym typeface="Darker Grotesque Light"/>
              </a:rPr>
              <a:t>) </a:t>
            </a:r>
            <a:r>
              <a:rPr lang="en-GB" sz="4800" i="0" u="none" strike="noStrike" cap="none" dirty="0">
                <a:solidFill>
                  <a:srgbClr val="FFFFFF"/>
                </a:solidFill>
                <a:latin typeface="Nunito" pitchFamily="2" charset="0"/>
                <a:ea typeface="Darker Grotesque Light"/>
                <a:cs typeface="Darker Grotesque Light"/>
                <a:sym typeface="Darker Grotesque Light"/>
              </a:rPr>
              <a:t>≠</a:t>
            </a:r>
            <a:r>
              <a:rPr lang="en-GB" sz="3600" i="0" u="none" strike="noStrike" cap="none" dirty="0">
                <a:solidFill>
                  <a:srgbClr val="FFFFFF"/>
                </a:solidFill>
                <a:latin typeface="Nunito" pitchFamily="2" charset="0"/>
                <a:ea typeface="Darker Grotesque Light"/>
                <a:cs typeface="Darker Grotesque Light"/>
                <a:sym typeface="Darker Grotesque Light"/>
              </a:rPr>
              <a:t> (</a:t>
            </a:r>
            <a:r>
              <a:rPr lang="en-GB" sz="3600" i="0" u="none" strike="noStrike" cap="none" dirty="0" err="1">
                <a:solidFill>
                  <a:srgbClr val="FFFFFF"/>
                </a:solidFill>
                <a:latin typeface="Nunito" pitchFamily="2" charset="0"/>
                <a:ea typeface="Darker Grotesque Light"/>
                <a:cs typeface="Darker Grotesque Light"/>
                <a:sym typeface="Darker Grotesque Light"/>
              </a:rPr>
              <a:t>v,u</a:t>
            </a:r>
            <a:r>
              <a:rPr lang="en-GB" sz="3600" i="0" u="none" strike="noStrike" cap="none" dirty="0">
                <a:solidFill>
                  <a:srgbClr val="FFFFFF"/>
                </a:solidFill>
                <a:latin typeface="Nunito" pitchFamily="2" charset="0"/>
                <a:ea typeface="Darker Grotesque Light"/>
                <a:cs typeface="Darker Grotesque Light"/>
                <a:sym typeface="Darker Grotesque Light"/>
              </a:rPr>
              <a:t>)</a:t>
            </a:r>
            <a:r>
              <a:rPr lang="en-GB" sz="3600" b="1" i="0" u="none" strike="noStrike" cap="none" dirty="0">
                <a:solidFill>
                  <a:srgbClr val="FFFFFF"/>
                </a:solidFill>
                <a:latin typeface="Nunito" pitchFamily="2" charset="0"/>
                <a:ea typeface="Darker Grotesque Light"/>
                <a:cs typeface="Darker Grotesque Light"/>
                <a:sym typeface="Darker Grotesque Light"/>
              </a:rPr>
              <a:t>)</a:t>
            </a:r>
            <a:r>
              <a:rPr lang="en-GB" sz="3600" i="0" u="none" strike="noStrike" cap="none" dirty="0">
                <a:solidFill>
                  <a:srgbClr val="FFFFFF"/>
                </a:solidFill>
                <a:latin typeface="Nunito" pitchFamily="2" charset="0"/>
                <a:ea typeface="Darker Grotesque Light"/>
                <a:cs typeface="Darker Grotesque Light"/>
                <a:sym typeface="Darker Grotesque Light"/>
              </a:rPr>
              <a:t>: Edges have a direction </a:t>
            </a:r>
          </a:p>
        </p:txBody>
      </p:sp>
      <p:sp>
        <p:nvSpPr>
          <p:cNvPr id="125" name="Google Shape;125;p13"/>
          <p:cNvSpPr txBox="1"/>
          <p:nvPr/>
        </p:nvSpPr>
        <p:spPr>
          <a:xfrm>
            <a:off x="0" y="9613181"/>
            <a:ext cx="987585" cy="393954"/>
          </a:xfrm>
          <a:prstGeom prst="rect">
            <a:avLst/>
          </a:prstGeom>
          <a:noFill/>
          <a:ln>
            <a:noFill/>
          </a:ln>
        </p:spPr>
        <p:txBody>
          <a:bodyPr spcFirstLastPara="1" wrap="square" lIns="0" tIns="0" rIns="0" bIns="0" anchor="t" anchorCtr="0">
            <a:spAutoFit/>
          </a:bodyPr>
          <a:lstStyle/>
          <a:p>
            <a:pPr marL="0" marR="0" lvl="0" indent="0" algn="ctr" rtl="0">
              <a:lnSpc>
                <a:spcPct val="80000"/>
              </a:lnSpc>
              <a:spcBef>
                <a:spcPts val="0"/>
              </a:spcBef>
              <a:spcAft>
                <a:spcPts val="0"/>
              </a:spcAft>
              <a:buNone/>
            </a:pPr>
            <a:r>
              <a:rPr lang="en-US" sz="3200" b="0" i="0" u="none" strike="noStrike" cap="none" dirty="0">
                <a:solidFill>
                  <a:srgbClr val="C2F970"/>
                </a:solidFill>
                <a:latin typeface="Darker Grotesque"/>
                <a:ea typeface="Darker Grotesque"/>
                <a:cs typeface="Darker Grotesque"/>
                <a:sym typeface="Darker Grotesque"/>
              </a:rPr>
              <a:t>04</a:t>
            </a:r>
            <a:endParaRPr dirty="0"/>
          </a:p>
        </p:txBody>
      </p:sp>
      <p:pic>
        <p:nvPicPr>
          <p:cNvPr id="4" name="Picture 3">
            <a:extLst>
              <a:ext uri="{FF2B5EF4-FFF2-40B4-BE49-F238E27FC236}">
                <a16:creationId xmlns:a16="http://schemas.microsoft.com/office/drawing/2014/main" id="{BF468801-AAAF-B727-E35D-1EC6E97A60AA}"/>
              </a:ext>
            </a:extLst>
          </p:cNvPr>
          <p:cNvPicPr>
            <a:picLocks noChangeAspect="1"/>
          </p:cNvPicPr>
          <p:nvPr/>
        </p:nvPicPr>
        <p:blipFill>
          <a:blip r:embed="rId3"/>
          <a:srcRect r="52788"/>
          <a:stretch/>
        </p:blipFill>
        <p:spPr>
          <a:xfrm>
            <a:off x="12454684" y="820202"/>
            <a:ext cx="5258121" cy="3808948"/>
          </a:xfrm>
          <a:prstGeom prst="rect">
            <a:avLst/>
          </a:prstGeom>
        </p:spPr>
      </p:pic>
      <p:pic>
        <p:nvPicPr>
          <p:cNvPr id="6" name="Picture 5">
            <a:extLst>
              <a:ext uri="{FF2B5EF4-FFF2-40B4-BE49-F238E27FC236}">
                <a16:creationId xmlns:a16="http://schemas.microsoft.com/office/drawing/2014/main" id="{A22DF558-1953-2F8C-2385-C62671D87D8F}"/>
              </a:ext>
            </a:extLst>
          </p:cNvPr>
          <p:cNvPicPr>
            <a:picLocks noChangeAspect="1"/>
          </p:cNvPicPr>
          <p:nvPr/>
        </p:nvPicPr>
        <p:blipFill>
          <a:blip r:embed="rId3"/>
          <a:srcRect l="48901"/>
          <a:stretch/>
        </p:blipFill>
        <p:spPr>
          <a:xfrm>
            <a:off x="12454683" y="4910687"/>
            <a:ext cx="5258121" cy="3519223"/>
          </a:xfrm>
          <a:prstGeom prst="rect">
            <a:avLst/>
          </a:prstGeom>
        </p:spPr>
      </p:pic>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181"/>
        <p:cNvGrpSpPr/>
        <p:nvPr/>
      </p:nvGrpSpPr>
      <p:grpSpPr>
        <a:xfrm>
          <a:off x="0" y="0"/>
          <a:ext cx="0" cy="0"/>
          <a:chOff x="0" y="0"/>
          <a:chExt cx="0" cy="0"/>
        </a:xfrm>
      </p:grpSpPr>
      <p:cxnSp>
        <p:nvCxnSpPr>
          <p:cNvPr id="186" name="Google Shape;186;p17"/>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187" name="Google Shape;187;p17"/>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191" name="Google Shape;191;p17"/>
          <p:cNvSpPr txBox="1"/>
          <p:nvPr/>
        </p:nvSpPr>
        <p:spPr>
          <a:xfrm>
            <a:off x="1553332" y="485735"/>
            <a:ext cx="15475500" cy="1551600"/>
          </a:xfrm>
          <a:prstGeom prst="rect">
            <a:avLst/>
          </a:prstGeom>
          <a:noFill/>
          <a:ln>
            <a:noFill/>
          </a:ln>
        </p:spPr>
        <p:txBody>
          <a:bodyPr spcFirstLastPara="1" wrap="square" lIns="0" tIns="0" rIns="0" bIns="0" anchor="t" anchorCtr="0">
            <a:spAutoFit/>
          </a:bodyPr>
          <a:lstStyle/>
          <a:p>
            <a:pPr marL="0" marR="0" lvl="0" indent="0" algn="l" rtl="0">
              <a:lnSpc>
                <a:spcPct val="70000"/>
              </a:lnSpc>
              <a:spcBef>
                <a:spcPts val="0"/>
              </a:spcBef>
              <a:spcAft>
                <a:spcPts val="0"/>
              </a:spcAft>
              <a:buNone/>
            </a:pPr>
            <a:r>
              <a:rPr lang="en-US" sz="14400" b="1" i="0" u="none" strike="noStrike" cap="none" dirty="0">
                <a:solidFill>
                  <a:srgbClr val="C2F970"/>
                </a:solidFill>
                <a:latin typeface="Darker Grotesque"/>
                <a:ea typeface="Darker Grotesque"/>
                <a:cs typeface="Darker Grotesque"/>
                <a:sym typeface="Darker Grotesque"/>
              </a:rPr>
              <a:t>Bridges</a:t>
            </a:r>
            <a:endParaRPr b="1" dirty="0"/>
          </a:p>
        </p:txBody>
      </p:sp>
      <p:sp>
        <p:nvSpPr>
          <p:cNvPr id="2" name="TextBox 1">
            <a:extLst>
              <a:ext uri="{FF2B5EF4-FFF2-40B4-BE49-F238E27FC236}">
                <a16:creationId xmlns:a16="http://schemas.microsoft.com/office/drawing/2014/main" id="{588514F6-BD0D-D73A-33FE-862FEB66DAE8}"/>
              </a:ext>
            </a:extLst>
          </p:cNvPr>
          <p:cNvSpPr txBox="1"/>
          <p:nvPr/>
        </p:nvSpPr>
        <p:spPr>
          <a:xfrm>
            <a:off x="1500528" y="2290234"/>
            <a:ext cx="15924706" cy="1200329"/>
          </a:xfrm>
          <a:prstGeom prst="rect">
            <a:avLst/>
          </a:prstGeom>
          <a:noFill/>
        </p:spPr>
        <p:txBody>
          <a:bodyPr wrap="square" rtlCol="0">
            <a:spAutoFit/>
          </a:bodyPr>
          <a:lstStyle/>
          <a:p>
            <a:pPr marR="0" lvl="0" algn="just" defTabSz="914400" rtl="0" eaLnBrk="1" fontAlgn="auto" latinLnBrk="0" hangingPunct="1">
              <a:lnSpc>
                <a:spcPct val="100000"/>
              </a:lnSpc>
              <a:spcBef>
                <a:spcPts val="0"/>
              </a:spcBef>
              <a:spcAft>
                <a:spcPts val="0"/>
              </a:spcAft>
              <a:buClr>
                <a:srgbClr val="000000"/>
              </a:buClr>
              <a:buSzTx/>
              <a:tabLst/>
              <a:defRPr/>
            </a:pPr>
            <a:r>
              <a:rPr kumimoji="0" lang="en-GB" sz="3600" b="0" i="0" u="none" strike="noStrike" kern="0" cap="none" spc="0" normalizeH="0" baseline="0" noProof="0" dirty="0">
                <a:ln>
                  <a:noFill/>
                </a:ln>
                <a:solidFill>
                  <a:srgbClr val="FFFFFF"/>
                </a:solidFill>
                <a:effectLst/>
                <a:uLnTx/>
                <a:uFillTx/>
                <a:latin typeface="Darker Grotesque" panose="020B0604020202020204" charset="0"/>
                <a:ea typeface="Darker Grotesque Light"/>
                <a:cs typeface="Darker Grotesque Light"/>
                <a:sym typeface="Darker Grotesque Light"/>
              </a:rPr>
              <a:t>An edge in a graph G = (V, E) is a bridge if its removal will increase the number of connected components of G.</a:t>
            </a:r>
            <a:endParaRPr kumimoji="0" lang="en-GB" sz="1800" b="0" i="0" u="none" strike="noStrike" kern="0" cap="none" spc="0" normalizeH="0" baseline="0" noProof="0" dirty="0">
              <a:ln>
                <a:noFill/>
              </a:ln>
              <a:solidFill>
                <a:srgbClr val="000000"/>
              </a:solidFill>
              <a:effectLst/>
              <a:uLnTx/>
              <a:uFillTx/>
              <a:latin typeface="Darker Grotesque" panose="020B0604020202020204" charset="0"/>
              <a:ea typeface="Darker Grotesque Light"/>
              <a:cs typeface="Darker Grotesque Light"/>
              <a:sym typeface="Darker Grotesque Light"/>
            </a:endParaRPr>
          </a:p>
        </p:txBody>
      </p:sp>
      <p:pic>
        <p:nvPicPr>
          <p:cNvPr id="3" name="Picture 2">
            <a:extLst>
              <a:ext uri="{FF2B5EF4-FFF2-40B4-BE49-F238E27FC236}">
                <a16:creationId xmlns:a16="http://schemas.microsoft.com/office/drawing/2014/main" id="{32EECBFF-098A-87A4-C80C-9B576CD1C2D2}"/>
              </a:ext>
            </a:extLst>
          </p:cNvPr>
          <p:cNvPicPr>
            <a:picLocks noChangeAspect="1"/>
          </p:cNvPicPr>
          <p:nvPr/>
        </p:nvPicPr>
        <p:blipFill>
          <a:blip r:embed="rId3"/>
          <a:stretch>
            <a:fillRect/>
          </a:stretch>
        </p:blipFill>
        <p:spPr>
          <a:xfrm>
            <a:off x="1497594" y="3982137"/>
            <a:ext cx="6299705" cy="3607008"/>
          </a:xfrm>
          <a:prstGeom prst="rect">
            <a:avLst/>
          </a:prstGeom>
        </p:spPr>
      </p:pic>
      <p:pic>
        <p:nvPicPr>
          <p:cNvPr id="1026" name="Picture 2" descr="c# - In a graph, how do you determine if two vertices form a bridge and  which vertices will be part of which subgraph once the bridge is  disconnected? - Stack Overflow">
            <a:extLst>
              <a:ext uri="{FF2B5EF4-FFF2-40B4-BE49-F238E27FC236}">
                <a16:creationId xmlns:a16="http://schemas.microsoft.com/office/drawing/2014/main" id="{31831E25-7D79-87B4-1C02-F3914D5F2B3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86655" y="4000004"/>
            <a:ext cx="4690596" cy="360700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564441D7-CCC4-EA67-3582-2A52F9195EB4}"/>
              </a:ext>
            </a:extLst>
          </p:cNvPr>
          <p:cNvPicPr>
            <a:picLocks noChangeAspect="1"/>
          </p:cNvPicPr>
          <p:nvPr/>
        </p:nvPicPr>
        <p:blipFill>
          <a:blip r:embed="rId5"/>
          <a:stretch>
            <a:fillRect/>
          </a:stretch>
        </p:blipFill>
        <p:spPr>
          <a:xfrm>
            <a:off x="13596809" y="3982137"/>
            <a:ext cx="3681542" cy="3681542"/>
          </a:xfrm>
          <a:prstGeom prst="rect">
            <a:avLst/>
          </a:prstGeom>
          <a:solidFill>
            <a:schemeClr val="bg1">
              <a:lumMod val="95000"/>
            </a:schemeClr>
          </a:solidFill>
        </p:spPr>
      </p:pic>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C2F970"/>
        </a:solidFill>
        <a:effectLst/>
      </p:bgPr>
    </p:bg>
    <p:spTree>
      <p:nvGrpSpPr>
        <p:cNvPr id="1" name="Shape 63"/>
        <p:cNvGrpSpPr/>
        <p:nvPr/>
      </p:nvGrpSpPr>
      <p:grpSpPr>
        <a:xfrm>
          <a:off x="0" y="0"/>
          <a:ext cx="0" cy="0"/>
          <a:chOff x="0" y="0"/>
          <a:chExt cx="0" cy="0"/>
        </a:xfrm>
      </p:grpSpPr>
      <p:sp>
        <p:nvSpPr>
          <p:cNvPr id="64" name="Google Shape;64;p9"/>
          <p:cNvSpPr txBox="1"/>
          <p:nvPr/>
        </p:nvSpPr>
        <p:spPr>
          <a:xfrm>
            <a:off x="8854624" y="1530180"/>
            <a:ext cx="8404676" cy="7609712"/>
          </a:xfrm>
          <a:prstGeom prst="rect">
            <a:avLst/>
          </a:prstGeom>
          <a:noFill/>
          <a:ln>
            <a:noFill/>
          </a:ln>
        </p:spPr>
        <p:txBody>
          <a:bodyPr spcFirstLastPara="1" wrap="square" lIns="0" tIns="0" rIns="0" bIns="0" anchor="t" anchorCtr="0">
            <a:spAutoFit/>
          </a:bodyPr>
          <a:lstStyle/>
          <a:p>
            <a:pPr marL="0" marR="0" lvl="0" indent="0" algn="r" rtl="0">
              <a:lnSpc>
                <a:spcPct val="80000"/>
              </a:lnSpc>
              <a:spcBef>
                <a:spcPts val="0"/>
              </a:spcBef>
              <a:spcAft>
                <a:spcPts val="0"/>
              </a:spcAft>
              <a:buNone/>
            </a:pPr>
            <a:r>
              <a:rPr lang="en-US" sz="61812" b="0" i="0" u="none" strike="noStrike" cap="none" dirty="0">
                <a:solidFill>
                  <a:srgbClr val="44344F"/>
                </a:solidFill>
                <a:latin typeface="Darker Grotesque"/>
                <a:ea typeface="Darker Grotesque"/>
                <a:cs typeface="Darker Grotesque"/>
                <a:sym typeface="Darker Grotesque"/>
              </a:rPr>
              <a:t>02</a:t>
            </a:r>
            <a:endParaRPr dirty="0"/>
          </a:p>
        </p:txBody>
      </p:sp>
      <p:cxnSp>
        <p:nvCxnSpPr>
          <p:cNvPr id="65" name="Google Shape;65;p9"/>
          <p:cNvCxnSpPr/>
          <p:nvPr/>
        </p:nvCxnSpPr>
        <p:spPr>
          <a:xfrm rot="10800000">
            <a:off x="1009650" y="0"/>
            <a:ext cx="0" cy="10287000"/>
          </a:xfrm>
          <a:prstGeom prst="straightConnector1">
            <a:avLst/>
          </a:prstGeom>
          <a:noFill/>
          <a:ln w="38100" cap="flat" cmpd="sng">
            <a:solidFill>
              <a:srgbClr val="44344F"/>
            </a:solidFill>
            <a:prstDash val="solid"/>
            <a:round/>
            <a:headEnd type="none" w="sm" len="sm"/>
            <a:tailEnd type="none" w="sm" len="sm"/>
          </a:ln>
        </p:spPr>
      </p:cxnSp>
      <p:cxnSp>
        <p:nvCxnSpPr>
          <p:cNvPr id="66" name="Google Shape;66;p9"/>
          <p:cNvCxnSpPr/>
          <p:nvPr/>
        </p:nvCxnSpPr>
        <p:spPr>
          <a:xfrm rot="10800000">
            <a:off x="0" y="9258300"/>
            <a:ext cx="18288000" cy="0"/>
          </a:xfrm>
          <a:prstGeom prst="straightConnector1">
            <a:avLst/>
          </a:prstGeom>
          <a:noFill/>
          <a:ln w="38100" cap="flat" cmpd="sng">
            <a:solidFill>
              <a:srgbClr val="44344F"/>
            </a:solidFill>
            <a:prstDash val="solid"/>
            <a:round/>
            <a:headEnd type="none" w="sm" len="sm"/>
            <a:tailEnd type="none" w="sm" len="sm"/>
          </a:ln>
        </p:spPr>
      </p:cxnSp>
      <p:sp>
        <p:nvSpPr>
          <p:cNvPr id="70" name="Google Shape;70;p9"/>
          <p:cNvSpPr txBox="1"/>
          <p:nvPr/>
        </p:nvSpPr>
        <p:spPr>
          <a:xfrm>
            <a:off x="1802795" y="7234791"/>
            <a:ext cx="15475556" cy="1772793"/>
          </a:xfrm>
          <a:prstGeom prst="rect">
            <a:avLst/>
          </a:prstGeom>
          <a:noFill/>
          <a:ln>
            <a:noFill/>
          </a:ln>
        </p:spPr>
        <p:txBody>
          <a:bodyPr spcFirstLastPara="1" wrap="square" lIns="0" tIns="0" rIns="0" bIns="0" anchor="t" anchorCtr="0">
            <a:spAutoFit/>
          </a:bodyPr>
          <a:lstStyle/>
          <a:p>
            <a:pPr marL="0" marR="0" lvl="0" indent="0" algn="r" rtl="0">
              <a:lnSpc>
                <a:spcPct val="80000"/>
              </a:lnSpc>
              <a:spcBef>
                <a:spcPts val="0"/>
              </a:spcBef>
              <a:spcAft>
                <a:spcPts val="0"/>
              </a:spcAft>
              <a:buNone/>
            </a:pPr>
            <a:r>
              <a:rPr lang="en-US" sz="14400" b="0" i="0" u="none" strike="noStrike" cap="none" dirty="0">
                <a:solidFill>
                  <a:srgbClr val="44344F"/>
                </a:solidFill>
                <a:latin typeface="Darker Grotesque"/>
                <a:ea typeface="Darker Grotesque"/>
                <a:cs typeface="Darker Grotesque"/>
                <a:sym typeface="Darker Grotesque"/>
              </a:rPr>
              <a:t>Problem Statements</a:t>
            </a:r>
            <a:endParaRPr dirty="0"/>
          </a:p>
        </p:txBody>
      </p:sp>
      <p:sp>
        <p:nvSpPr>
          <p:cNvPr id="2" name="TextBox 1">
            <a:extLst>
              <a:ext uri="{FF2B5EF4-FFF2-40B4-BE49-F238E27FC236}">
                <a16:creationId xmlns:a16="http://schemas.microsoft.com/office/drawing/2014/main" id="{A6C5E40D-4086-4363-0FBC-1BBE999A4FF0}"/>
              </a:ext>
            </a:extLst>
          </p:cNvPr>
          <p:cNvSpPr txBox="1"/>
          <p:nvPr/>
        </p:nvSpPr>
        <p:spPr>
          <a:xfrm>
            <a:off x="1604144" y="8579307"/>
            <a:ext cx="15872857" cy="64633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en-GB" sz="3600" b="0" i="0" u="none" strike="noStrike" kern="0" cap="none" spc="0" normalizeH="0" baseline="0" noProof="0" dirty="0">
                <a:ln>
                  <a:noFill/>
                </a:ln>
                <a:solidFill>
                  <a:srgbClr val="44344F"/>
                </a:solidFill>
                <a:effectLst/>
                <a:uLnTx/>
                <a:uFillTx/>
                <a:latin typeface="Darker Grotesque" panose="020B0604020202020204" charset="0"/>
                <a:ea typeface="Darker Grotesque Light"/>
                <a:cs typeface="Darker Grotesque Light"/>
                <a:sym typeface="Darker Grotesque Light"/>
              </a:rPr>
              <a:t>Implement the algorithm that finds the bridges in an undirected graph. </a:t>
            </a:r>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14973CE-2EFE-30DC-ED84-0C09356D6E6B}"/>
              </a:ext>
            </a:extLst>
          </p:cNvPr>
          <p:cNvSpPr>
            <a:spLocks noGrp="1"/>
          </p:cNvSpPr>
          <p:nvPr>
            <p:ph type="body" idx="1"/>
          </p:nvPr>
        </p:nvSpPr>
        <p:spPr>
          <a:xfrm>
            <a:off x="1371600" y="2897408"/>
            <a:ext cx="16090490" cy="5346939"/>
          </a:xfrm>
        </p:spPr>
        <p:txBody>
          <a:bodyPr/>
          <a:lstStyle/>
          <a:p>
            <a:pPr>
              <a:spcAft>
                <a:spcPts val="1200"/>
              </a:spcAft>
            </a:pPr>
            <a:r>
              <a:rPr lang="en-GB" sz="2800" b="0" dirty="0">
                <a:solidFill>
                  <a:srgbClr val="FFFFFF"/>
                </a:solidFill>
                <a:effectLst/>
                <a:latin typeface="Nunito" pitchFamily="2" charset="0"/>
              </a:rPr>
              <a:t>One by one remove all edges and see if the removal of an edge can causes an increase in </a:t>
            </a:r>
            <a:r>
              <a:rPr kumimoji="0" lang="en-GB" sz="3600" b="0" i="0" u="none" strike="noStrike" kern="0" cap="none" spc="0" normalizeH="0" baseline="0" noProof="0" dirty="0">
                <a:ln>
                  <a:noFill/>
                </a:ln>
                <a:solidFill>
                  <a:srgbClr val="FFFFFF"/>
                </a:solidFill>
                <a:effectLst/>
                <a:uLnTx/>
                <a:uFillTx/>
                <a:latin typeface="Darker Grotesque" panose="020B0604020202020204" charset="0"/>
                <a:ea typeface="Darker Grotesque Light"/>
                <a:cs typeface="Darker Grotesque Light"/>
                <a:sym typeface="Darker Grotesque Light"/>
              </a:rPr>
              <a:t>number of connected components of G. </a:t>
            </a:r>
          </a:p>
          <a:p>
            <a:pPr>
              <a:spcAft>
                <a:spcPts val="1200"/>
              </a:spcAft>
            </a:pPr>
            <a:r>
              <a:rPr lang="en-GB" sz="2800" b="0" dirty="0">
                <a:solidFill>
                  <a:srgbClr val="FFFFFF"/>
                </a:solidFill>
                <a:effectLst/>
                <a:latin typeface="Nunito" pitchFamily="2" charset="0"/>
              </a:rPr>
              <a:t> For every edge (u, v), do the following:</a:t>
            </a:r>
          </a:p>
          <a:p>
            <a:pPr lvl="1">
              <a:spcAft>
                <a:spcPts val="1200"/>
              </a:spcAft>
            </a:pPr>
            <a:r>
              <a:rPr lang="en-GB" sz="2800" b="0" dirty="0">
                <a:solidFill>
                  <a:srgbClr val="FFFFFF"/>
                </a:solidFill>
                <a:effectLst/>
                <a:latin typeface="Nunito" pitchFamily="2" charset="0"/>
              </a:rPr>
              <a:t>Remove (u, v) from the graph </a:t>
            </a:r>
          </a:p>
          <a:p>
            <a:pPr lvl="1">
              <a:spcAft>
                <a:spcPts val="1200"/>
              </a:spcAft>
            </a:pPr>
            <a:r>
              <a:rPr lang="en-GB" sz="2800" b="0" dirty="0">
                <a:solidFill>
                  <a:srgbClr val="FFFFFF"/>
                </a:solidFill>
                <a:effectLst/>
                <a:latin typeface="Nunito" pitchFamily="2" charset="0"/>
              </a:rPr>
              <a:t>See if the graph remains connected (either uses BFS or DFS) </a:t>
            </a:r>
          </a:p>
          <a:p>
            <a:pPr lvl="1">
              <a:spcAft>
                <a:spcPts val="1200"/>
              </a:spcAft>
            </a:pPr>
            <a:r>
              <a:rPr lang="en-GB" sz="2800" b="0" dirty="0">
                <a:solidFill>
                  <a:srgbClr val="FFFFFF"/>
                </a:solidFill>
                <a:effectLst/>
                <a:latin typeface="Nunito" pitchFamily="2" charset="0"/>
              </a:rPr>
              <a:t>Add (u, v) back to the graph.</a:t>
            </a:r>
            <a:endParaRPr lang="en-US" sz="2800" b="0" dirty="0">
              <a:solidFill>
                <a:srgbClr val="FFFFFF"/>
              </a:solidFill>
              <a:effectLst/>
              <a:latin typeface="Nunito" pitchFamily="2" charset="0"/>
            </a:endParaRPr>
          </a:p>
          <a:p>
            <a:pPr>
              <a:spcAft>
                <a:spcPts val="1200"/>
              </a:spcAft>
            </a:pPr>
            <a:r>
              <a:rPr lang="en-GB" sz="2400" b="1" i="0" dirty="0">
                <a:solidFill>
                  <a:srgbClr val="FFFFFF"/>
                </a:solidFill>
                <a:effectLst/>
                <a:latin typeface="Nunito" pitchFamily="2" charset="0"/>
              </a:rPr>
              <a:t>Time Complexity:</a:t>
            </a:r>
            <a:r>
              <a:rPr lang="en-GB" sz="2400" b="0" i="0" dirty="0">
                <a:solidFill>
                  <a:srgbClr val="FFFFFF"/>
                </a:solidFill>
                <a:effectLst/>
                <a:latin typeface="Nunito" pitchFamily="2" charset="0"/>
              </a:rPr>
              <a:t> O(E*(V+E)) for a graph represented by an adjacency list.</a:t>
            </a:r>
          </a:p>
          <a:p>
            <a:pPr>
              <a:spcAft>
                <a:spcPts val="1200"/>
              </a:spcAft>
            </a:pPr>
            <a:r>
              <a:rPr lang="en-GB" sz="2400" b="1" i="0" dirty="0">
                <a:solidFill>
                  <a:srgbClr val="FFFFFF"/>
                </a:solidFill>
                <a:effectLst/>
                <a:latin typeface="Nunito" pitchFamily="2" charset="0"/>
              </a:rPr>
              <a:t>Auxiliary Space: </a:t>
            </a:r>
            <a:r>
              <a:rPr lang="en-GB" sz="2400" b="0" i="0" dirty="0">
                <a:solidFill>
                  <a:srgbClr val="FFFFFF"/>
                </a:solidFill>
                <a:effectLst/>
                <a:latin typeface="Nunito" pitchFamily="2" charset="0"/>
              </a:rPr>
              <a:t>O(V+E)</a:t>
            </a:r>
            <a:endParaRPr lang="en-GB" sz="7200" b="0" dirty="0">
              <a:solidFill>
                <a:srgbClr val="FFFFFF"/>
              </a:solidFill>
              <a:effectLst/>
              <a:latin typeface="Nunito" pitchFamily="2" charset="0"/>
            </a:endParaRPr>
          </a:p>
        </p:txBody>
      </p:sp>
      <p:sp>
        <p:nvSpPr>
          <p:cNvPr id="3" name="Title 2">
            <a:extLst>
              <a:ext uri="{FF2B5EF4-FFF2-40B4-BE49-F238E27FC236}">
                <a16:creationId xmlns:a16="http://schemas.microsoft.com/office/drawing/2014/main" id="{4A626AF2-90E1-A07A-397D-D40435926B97}"/>
              </a:ext>
            </a:extLst>
          </p:cNvPr>
          <p:cNvSpPr>
            <a:spLocks noGrp="1"/>
          </p:cNvSpPr>
          <p:nvPr>
            <p:ph type="title"/>
          </p:nvPr>
        </p:nvSpPr>
        <p:spPr>
          <a:xfrm>
            <a:off x="1815350" y="848820"/>
            <a:ext cx="15430500" cy="1775100"/>
          </a:xfrm>
        </p:spPr>
        <p:txBody>
          <a:bodyPr/>
          <a:lstStyle/>
          <a:p>
            <a:r>
              <a:rPr lang="en-US" b="1" i="0" dirty="0">
                <a:solidFill>
                  <a:srgbClr val="92D050"/>
                </a:solidFill>
                <a:effectLst/>
                <a:latin typeface="Darker Grotesque" panose="020B0604020202020204" charset="0"/>
              </a:rPr>
              <a:t>Naive Approach</a:t>
            </a:r>
            <a:endParaRPr lang="en-US" dirty="0">
              <a:solidFill>
                <a:srgbClr val="92D050"/>
              </a:solidFill>
              <a:latin typeface="Darker Grotesque" panose="020B0604020202020204" charset="0"/>
            </a:endParaRPr>
          </a:p>
        </p:txBody>
      </p:sp>
      <p:sp>
        <p:nvSpPr>
          <p:cNvPr id="4" name="Rectangle 3">
            <a:extLst>
              <a:ext uri="{FF2B5EF4-FFF2-40B4-BE49-F238E27FC236}">
                <a16:creationId xmlns:a16="http://schemas.microsoft.com/office/drawing/2014/main" id="{3CB9DFCA-0BB9-DB38-B915-5A134EA1A90A}"/>
              </a:ext>
            </a:extLst>
          </p:cNvPr>
          <p:cNvSpPr/>
          <p:nvPr/>
        </p:nvSpPr>
        <p:spPr>
          <a:xfrm>
            <a:off x="206477" y="9556955"/>
            <a:ext cx="663678" cy="560439"/>
          </a:xfrm>
          <a:prstGeom prst="rect">
            <a:avLst/>
          </a:prstGeom>
          <a:solidFill>
            <a:srgbClr val="44344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475773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4AE93B2-5771-89C4-C454-3671FA9F86FC}"/>
              </a:ext>
            </a:extLst>
          </p:cNvPr>
          <p:cNvSpPr>
            <a:spLocks noGrp="1"/>
          </p:cNvSpPr>
          <p:nvPr>
            <p:ph type="body" idx="1"/>
          </p:nvPr>
        </p:nvSpPr>
        <p:spPr>
          <a:xfrm>
            <a:off x="1936231" y="2680750"/>
            <a:ext cx="14415537" cy="5961803"/>
          </a:xfrm>
          <a:solidFill>
            <a:schemeClr val="tx1">
              <a:lumMod val="85000"/>
              <a:lumOff val="15000"/>
            </a:schemeClr>
          </a:solidFill>
        </p:spPr>
        <p:txBody>
          <a:bodyPr/>
          <a:lstStyle/>
          <a:p>
            <a:pPr>
              <a:lnSpc>
                <a:spcPts val="1425"/>
              </a:lnSpc>
              <a:buNone/>
            </a:pPr>
            <a:r>
              <a:rPr lang="en-GB" sz="2000" b="1" dirty="0">
                <a:solidFill>
                  <a:srgbClr val="CCCCCC"/>
                </a:solidFill>
                <a:effectLst/>
                <a:latin typeface="Consolas" panose="020B0609020204030204" pitchFamily="49" charset="0"/>
              </a:rPr>
              <a:t>Function </a:t>
            </a:r>
            <a:r>
              <a:rPr lang="en-GB" sz="2000" b="1" dirty="0" err="1">
                <a:solidFill>
                  <a:srgbClr val="CCCCCC"/>
                </a:solidFill>
                <a:effectLst/>
                <a:latin typeface="Consolas" panose="020B0609020204030204" pitchFamily="49" charset="0"/>
              </a:rPr>
              <a:t>findBridges</a:t>
            </a:r>
            <a:r>
              <a:rPr lang="en-GB" sz="2000" b="1" dirty="0">
                <a:solidFill>
                  <a:srgbClr val="CCCCCC"/>
                </a:solidFill>
                <a:effectLst/>
                <a:latin typeface="Consolas" panose="020B0609020204030204" pitchFamily="49" charset="0"/>
              </a:rPr>
              <a:t>(graph):</a:t>
            </a:r>
          </a:p>
          <a:p>
            <a:pPr>
              <a:lnSpc>
                <a:spcPts val="1425"/>
              </a:lnSpc>
              <a:buNone/>
            </a:pPr>
            <a:r>
              <a:rPr lang="en-GB" sz="2000" b="0" dirty="0">
                <a:solidFill>
                  <a:srgbClr val="CCCCCC"/>
                </a:solidFill>
                <a:effectLst/>
                <a:latin typeface="Consolas" panose="020B0609020204030204" pitchFamily="49" charset="0"/>
              </a:rPr>
              <a:t>    </a:t>
            </a:r>
            <a:br>
              <a:rPr lang="en-GB" sz="2000" b="0" dirty="0">
                <a:solidFill>
                  <a:srgbClr val="CCCCCC"/>
                </a:solidFill>
                <a:effectLst/>
                <a:latin typeface="Consolas" panose="020B0609020204030204" pitchFamily="49" charset="0"/>
              </a:rPr>
            </a:br>
            <a:r>
              <a:rPr lang="en-GB" sz="2000" b="0" dirty="0">
                <a:solidFill>
                  <a:srgbClr val="CCCCCC"/>
                </a:solidFill>
                <a:effectLst/>
                <a:latin typeface="Consolas" panose="020B0609020204030204" pitchFamily="49" charset="0"/>
              </a:rPr>
              <a:t> bridges </a:t>
            </a:r>
            <a:r>
              <a:rPr lang="en-GB" sz="2000" b="0" dirty="0">
                <a:solidFill>
                  <a:srgbClr val="D4D4D4"/>
                </a:solidFill>
                <a:effectLst/>
                <a:latin typeface="Consolas" panose="020B0609020204030204" pitchFamily="49" charset="0"/>
              </a:rPr>
              <a:t>=</a:t>
            </a:r>
            <a:r>
              <a:rPr lang="en-GB" sz="2000" b="0" dirty="0">
                <a:solidFill>
                  <a:srgbClr val="CCCCCC"/>
                </a:solidFill>
                <a:effectLst/>
                <a:latin typeface="Consolas" panose="020B0609020204030204" pitchFamily="49" charset="0"/>
              </a:rPr>
              <a:t> []  </a:t>
            </a:r>
          </a:p>
          <a:p>
            <a:pPr>
              <a:lnSpc>
                <a:spcPts val="1425"/>
              </a:lnSpc>
              <a:buNone/>
            </a:pPr>
            <a:r>
              <a:rPr lang="en-GB" sz="2000" b="0" dirty="0">
                <a:solidFill>
                  <a:srgbClr val="CCCCCC"/>
                </a:solidFill>
                <a:effectLst/>
                <a:latin typeface="Consolas" panose="020B0609020204030204" pitchFamily="49" charset="0"/>
              </a:rPr>
              <a:t>    </a:t>
            </a:r>
            <a:r>
              <a:rPr lang="en-GB" sz="2000" b="0" dirty="0">
                <a:solidFill>
                  <a:srgbClr val="C586C0"/>
                </a:solidFill>
                <a:effectLst/>
                <a:latin typeface="Consolas" panose="020B0609020204030204" pitchFamily="49" charset="0"/>
              </a:rPr>
              <a:t>for</a:t>
            </a:r>
            <a:r>
              <a:rPr lang="en-GB" sz="2000" b="0" dirty="0">
                <a:solidFill>
                  <a:srgbClr val="CCCCCC"/>
                </a:solidFill>
                <a:effectLst/>
                <a:latin typeface="Consolas" panose="020B0609020204030204" pitchFamily="49" charset="0"/>
              </a:rPr>
              <a:t> each edge (u, v) </a:t>
            </a:r>
            <a:r>
              <a:rPr lang="en-GB" sz="2000" b="0" dirty="0">
                <a:solidFill>
                  <a:srgbClr val="C586C0"/>
                </a:solidFill>
                <a:effectLst/>
                <a:latin typeface="Consolas" panose="020B0609020204030204" pitchFamily="49" charset="0"/>
              </a:rPr>
              <a:t>in</a:t>
            </a:r>
            <a:r>
              <a:rPr lang="en-GB" sz="2000" b="0" dirty="0">
                <a:solidFill>
                  <a:srgbClr val="CCCCCC"/>
                </a:solidFill>
                <a:effectLst/>
                <a:latin typeface="Consolas" panose="020B0609020204030204" pitchFamily="49" charset="0"/>
              </a:rPr>
              <a:t> graph:</a:t>
            </a:r>
          </a:p>
          <a:p>
            <a:pPr>
              <a:lnSpc>
                <a:spcPts val="1425"/>
              </a:lnSpc>
              <a:buNone/>
            </a:pPr>
            <a:r>
              <a:rPr lang="en-GB" sz="2000" b="0" dirty="0">
                <a:solidFill>
                  <a:srgbClr val="CCCCCC"/>
                </a:solidFill>
                <a:effectLst/>
                <a:latin typeface="Consolas" panose="020B0609020204030204" pitchFamily="49" charset="0"/>
              </a:rPr>
              <a:t>        </a:t>
            </a:r>
            <a:r>
              <a:rPr lang="en-GB" sz="2000" b="0" dirty="0">
                <a:solidFill>
                  <a:srgbClr val="6A9955"/>
                </a:solidFill>
                <a:effectLst/>
                <a:latin typeface="Consolas" panose="020B0609020204030204" pitchFamily="49" charset="0"/>
              </a:rPr>
              <a:t> </a:t>
            </a:r>
            <a:endParaRPr lang="en-GB" sz="2000" b="0" dirty="0">
              <a:solidFill>
                <a:srgbClr val="CCCCCC"/>
              </a:solidFill>
              <a:effectLst/>
              <a:latin typeface="Consolas" panose="020B0609020204030204" pitchFamily="49" charset="0"/>
            </a:endParaRPr>
          </a:p>
          <a:p>
            <a:pPr>
              <a:lnSpc>
                <a:spcPts val="1425"/>
              </a:lnSpc>
              <a:buNone/>
            </a:pPr>
            <a:r>
              <a:rPr lang="en-GB" sz="2000" b="0" dirty="0">
                <a:solidFill>
                  <a:srgbClr val="CCCCCC"/>
                </a:solidFill>
                <a:effectLst/>
                <a:latin typeface="Consolas" panose="020B0609020204030204" pitchFamily="49" charset="0"/>
              </a:rPr>
              <a:t>        </a:t>
            </a:r>
            <a:r>
              <a:rPr lang="en-GB" sz="2000" b="0" dirty="0" err="1">
                <a:solidFill>
                  <a:srgbClr val="CCCCCC"/>
                </a:solidFill>
                <a:effectLst/>
                <a:latin typeface="Consolas" panose="020B0609020204030204" pitchFamily="49" charset="0"/>
              </a:rPr>
              <a:t>removeEdge</a:t>
            </a:r>
            <a:r>
              <a:rPr lang="en-GB" sz="2000" b="0" dirty="0">
                <a:solidFill>
                  <a:srgbClr val="CCCCCC"/>
                </a:solidFill>
                <a:effectLst/>
                <a:latin typeface="Consolas" panose="020B0609020204030204" pitchFamily="49" charset="0"/>
              </a:rPr>
              <a:t>(graph, u, v)</a:t>
            </a:r>
          </a:p>
          <a:p>
            <a:pPr>
              <a:lnSpc>
                <a:spcPts val="1425"/>
              </a:lnSpc>
              <a:buNone/>
            </a:pPr>
            <a:br>
              <a:rPr lang="en-GB" sz="2000" b="0" dirty="0">
                <a:solidFill>
                  <a:srgbClr val="CCCCCC"/>
                </a:solidFill>
                <a:effectLst/>
                <a:latin typeface="Consolas" panose="020B0609020204030204" pitchFamily="49" charset="0"/>
              </a:rPr>
            </a:br>
            <a:r>
              <a:rPr lang="en-GB" sz="2000" b="0" dirty="0">
                <a:solidFill>
                  <a:srgbClr val="CCCCCC"/>
                </a:solidFill>
                <a:effectLst/>
                <a:latin typeface="Consolas" panose="020B0609020204030204" pitchFamily="49" charset="0"/>
              </a:rPr>
              <a:t>     </a:t>
            </a:r>
            <a:r>
              <a:rPr lang="en-GB" sz="2000" b="0" dirty="0">
                <a:solidFill>
                  <a:srgbClr val="6A9955"/>
                </a:solidFill>
                <a:effectLst/>
                <a:latin typeface="Consolas" panose="020B0609020204030204" pitchFamily="49" charset="0"/>
              </a:rPr>
              <a:t># Check if the graph remains connected using DFS/BFS</a:t>
            </a:r>
            <a:endParaRPr lang="en-GB" sz="2000" b="0" dirty="0">
              <a:solidFill>
                <a:srgbClr val="CCCCCC"/>
              </a:solidFill>
              <a:effectLst/>
              <a:latin typeface="Consolas" panose="020B0609020204030204" pitchFamily="49" charset="0"/>
            </a:endParaRPr>
          </a:p>
          <a:p>
            <a:pPr>
              <a:lnSpc>
                <a:spcPts val="1425"/>
              </a:lnSpc>
              <a:buNone/>
            </a:pPr>
            <a:r>
              <a:rPr lang="en-GB" sz="2000" b="0" dirty="0">
                <a:solidFill>
                  <a:srgbClr val="CCCCCC"/>
                </a:solidFill>
                <a:effectLst/>
                <a:latin typeface="Consolas" panose="020B0609020204030204" pitchFamily="49" charset="0"/>
              </a:rPr>
              <a:t>        visited </a:t>
            </a:r>
            <a:r>
              <a:rPr lang="en-GB" sz="2000" b="0" dirty="0">
                <a:solidFill>
                  <a:srgbClr val="D4D4D4"/>
                </a:solidFill>
                <a:effectLst/>
                <a:latin typeface="Consolas" panose="020B0609020204030204" pitchFamily="49" charset="0"/>
              </a:rPr>
              <a:t>=</a:t>
            </a:r>
            <a:r>
              <a:rPr lang="en-GB" sz="2000" b="0" dirty="0">
                <a:solidFill>
                  <a:srgbClr val="CCCCCC"/>
                </a:solidFill>
                <a:effectLst/>
                <a:latin typeface="Consolas" panose="020B0609020204030204" pitchFamily="49" charset="0"/>
              </a:rPr>
              <a:t> </a:t>
            </a:r>
            <a:r>
              <a:rPr lang="en-GB" sz="2000" b="0" dirty="0">
                <a:solidFill>
                  <a:srgbClr val="4EC9B0"/>
                </a:solidFill>
                <a:effectLst/>
                <a:latin typeface="Consolas" panose="020B0609020204030204" pitchFamily="49" charset="0"/>
              </a:rPr>
              <a:t>set</a:t>
            </a:r>
            <a:r>
              <a:rPr lang="en-GB" sz="2000" b="0" dirty="0">
                <a:solidFill>
                  <a:srgbClr val="CCCCCC"/>
                </a:solidFill>
                <a:effectLst/>
                <a:latin typeface="Consolas" panose="020B0609020204030204" pitchFamily="49" charset="0"/>
              </a:rPr>
              <a:t>()</a:t>
            </a:r>
          </a:p>
          <a:p>
            <a:pPr>
              <a:lnSpc>
                <a:spcPts val="1425"/>
              </a:lnSpc>
              <a:buNone/>
            </a:pPr>
            <a:r>
              <a:rPr lang="en-GB" sz="2000" b="0" dirty="0">
                <a:solidFill>
                  <a:srgbClr val="CCCCCC"/>
                </a:solidFill>
                <a:effectLst/>
                <a:latin typeface="Consolas" panose="020B0609020204030204" pitchFamily="49" charset="0"/>
              </a:rPr>
              <a:t>        </a:t>
            </a:r>
            <a:r>
              <a:rPr lang="en-GB" sz="2000" b="0" dirty="0" err="1">
                <a:solidFill>
                  <a:srgbClr val="CCCCCC"/>
                </a:solidFill>
                <a:effectLst/>
                <a:latin typeface="Consolas" panose="020B0609020204030204" pitchFamily="49" charset="0"/>
              </a:rPr>
              <a:t>start_node</a:t>
            </a:r>
            <a:r>
              <a:rPr lang="en-GB" sz="2000" b="0" dirty="0">
                <a:solidFill>
                  <a:srgbClr val="CCCCCC"/>
                </a:solidFill>
                <a:effectLst/>
                <a:latin typeface="Consolas" panose="020B0609020204030204" pitchFamily="49" charset="0"/>
              </a:rPr>
              <a:t> </a:t>
            </a:r>
            <a:r>
              <a:rPr lang="en-GB" sz="2000" b="0" dirty="0">
                <a:solidFill>
                  <a:srgbClr val="D4D4D4"/>
                </a:solidFill>
                <a:effectLst/>
                <a:latin typeface="Consolas" panose="020B0609020204030204" pitchFamily="49" charset="0"/>
              </a:rPr>
              <a:t>=</a:t>
            </a:r>
            <a:r>
              <a:rPr lang="en-GB" sz="2000" b="0" dirty="0">
                <a:solidFill>
                  <a:srgbClr val="CCCCCC"/>
                </a:solidFill>
                <a:effectLst/>
                <a:latin typeface="Consolas" panose="020B0609020204030204" pitchFamily="49" charset="0"/>
              </a:rPr>
              <a:t> </a:t>
            </a:r>
            <a:r>
              <a:rPr lang="en-GB" sz="2000" b="0" dirty="0">
                <a:solidFill>
                  <a:srgbClr val="DCDCAA"/>
                </a:solidFill>
                <a:effectLst/>
                <a:latin typeface="Consolas" panose="020B0609020204030204" pitchFamily="49" charset="0"/>
              </a:rPr>
              <a:t>any</a:t>
            </a:r>
            <a:r>
              <a:rPr lang="en-GB" sz="2000" b="0" dirty="0">
                <a:solidFill>
                  <a:srgbClr val="CCCCCC"/>
                </a:solidFill>
                <a:effectLst/>
                <a:latin typeface="Consolas" panose="020B0609020204030204" pitchFamily="49" charset="0"/>
              </a:rPr>
              <a:t> remaining node </a:t>
            </a:r>
            <a:r>
              <a:rPr lang="en-GB" sz="2000" b="0" dirty="0">
                <a:solidFill>
                  <a:srgbClr val="569CD6"/>
                </a:solidFill>
                <a:effectLst/>
                <a:latin typeface="Consolas" panose="020B0609020204030204" pitchFamily="49" charset="0"/>
              </a:rPr>
              <a:t>in</a:t>
            </a:r>
            <a:r>
              <a:rPr lang="en-GB" sz="2000" b="0" dirty="0">
                <a:solidFill>
                  <a:srgbClr val="CCCCCC"/>
                </a:solidFill>
                <a:effectLst/>
                <a:latin typeface="Consolas" panose="020B0609020204030204" pitchFamily="49" charset="0"/>
              </a:rPr>
              <a:t> graph</a:t>
            </a:r>
          </a:p>
          <a:p>
            <a:pPr>
              <a:lnSpc>
                <a:spcPts val="1425"/>
              </a:lnSpc>
              <a:buNone/>
            </a:pPr>
            <a:r>
              <a:rPr lang="en-GB" sz="2000" b="0" dirty="0">
                <a:solidFill>
                  <a:srgbClr val="CCCCCC"/>
                </a:solidFill>
                <a:effectLst/>
                <a:latin typeface="Consolas" panose="020B0609020204030204" pitchFamily="49" charset="0"/>
              </a:rPr>
              <a:t>        DFS(graph, </a:t>
            </a:r>
            <a:r>
              <a:rPr lang="en-GB" sz="2000" b="0" dirty="0" err="1">
                <a:solidFill>
                  <a:srgbClr val="CCCCCC"/>
                </a:solidFill>
                <a:effectLst/>
                <a:latin typeface="Consolas" panose="020B0609020204030204" pitchFamily="49" charset="0"/>
              </a:rPr>
              <a:t>start_node</a:t>
            </a:r>
            <a:r>
              <a:rPr lang="en-GB" sz="2000" b="0" dirty="0">
                <a:solidFill>
                  <a:srgbClr val="CCCCCC"/>
                </a:solidFill>
                <a:effectLst/>
                <a:latin typeface="Consolas" panose="020B0609020204030204" pitchFamily="49" charset="0"/>
              </a:rPr>
              <a:t>, visited)</a:t>
            </a:r>
          </a:p>
          <a:p>
            <a:pPr>
              <a:lnSpc>
                <a:spcPts val="1425"/>
              </a:lnSpc>
              <a:buNone/>
            </a:pPr>
            <a:br>
              <a:rPr lang="en-GB" sz="2000" b="0" dirty="0">
                <a:solidFill>
                  <a:srgbClr val="CCCCCC"/>
                </a:solidFill>
                <a:effectLst/>
                <a:latin typeface="Consolas" panose="020B0609020204030204" pitchFamily="49" charset="0"/>
              </a:rPr>
            </a:br>
            <a:r>
              <a:rPr lang="en-GB" sz="2000" b="0" dirty="0">
                <a:solidFill>
                  <a:srgbClr val="CCCCCC"/>
                </a:solidFill>
                <a:effectLst/>
                <a:latin typeface="Consolas" panose="020B0609020204030204" pitchFamily="49" charset="0"/>
              </a:rPr>
              <a:t>     </a:t>
            </a:r>
            <a:r>
              <a:rPr lang="en-GB" sz="2000" b="0" dirty="0">
                <a:solidFill>
                  <a:srgbClr val="6A9955"/>
                </a:solidFill>
                <a:effectLst/>
                <a:latin typeface="Consolas" panose="020B0609020204030204" pitchFamily="49" charset="0"/>
              </a:rPr>
              <a:t># If some nodes are not visited, the graph is disconnected =&gt; (u, v) is a bridge</a:t>
            </a:r>
            <a:endParaRPr lang="en-GB" sz="2000" b="0" dirty="0">
              <a:solidFill>
                <a:srgbClr val="CCCCCC"/>
              </a:solidFill>
              <a:effectLst/>
              <a:latin typeface="Consolas" panose="020B0609020204030204" pitchFamily="49" charset="0"/>
            </a:endParaRPr>
          </a:p>
          <a:p>
            <a:pPr>
              <a:lnSpc>
                <a:spcPts val="1425"/>
              </a:lnSpc>
              <a:buNone/>
            </a:pPr>
            <a:r>
              <a:rPr lang="en-GB" sz="2000" b="0" dirty="0">
                <a:solidFill>
                  <a:srgbClr val="CCCCCC"/>
                </a:solidFill>
                <a:effectLst/>
                <a:latin typeface="Consolas" panose="020B0609020204030204" pitchFamily="49" charset="0"/>
              </a:rPr>
              <a:t>        </a:t>
            </a:r>
            <a:r>
              <a:rPr lang="en-GB" sz="2000" b="0" dirty="0">
                <a:solidFill>
                  <a:srgbClr val="C586C0"/>
                </a:solidFill>
                <a:effectLst/>
                <a:latin typeface="Consolas" panose="020B0609020204030204" pitchFamily="49" charset="0"/>
              </a:rPr>
              <a:t>if</a:t>
            </a:r>
            <a:r>
              <a:rPr lang="en-GB" sz="2000" b="0" dirty="0">
                <a:solidFill>
                  <a:srgbClr val="CCCCCC"/>
                </a:solidFill>
                <a:effectLst/>
                <a:latin typeface="Consolas" panose="020B0609020204030204" pitchFamily="49" charset="0"/>
              </a:rPr>
              <a:t> </a:t>
            </a:r>
            <a:r>
              <a:rPr lang="en-GB" sz="2000" b="0" dirty="0" err="1">
                <a:solidFill>
                  <a:srgbClr val="DCDCAA"/>
                </a:solidFill>
                <a:effectLst/>
                <a:latin typeface="Consolas" panose="020B0609020204030204" pitchFamily="49" charset="0"/>
              </a:rPr>
              <a:t>len</a:t>
            </a:r>
            <a:r>
              <a:rPr lang="en-GB" sz="2000" b="0" dirty="0">
                <a:solidFill>
                  <a:srgbClr val="CCCCCC"/>
                </a:solidFill>
                <a:effectLst/>
                <a:latin typeface="Consolas" panose="020B0609020204030204" pitchFamily="49" charset="0"/>
              </a:rPr>
              <a:t>(visited) </a:t>
            </a:r>
            <a:r>
              <a:rPr lang="en-GB" sz="2000" b="0" dirty="0">
                <a:solidFill>
                  <a:srgbClr val="D4D4D4"/>
                </a:solidFill>
                <a:effectLst/>
                <a:latin typeface="Consolas" panose="020B0609020204030204" pitchFamily="49" charset="0"/>
              </a:rPr>
              <a:t>&lt;</a:t>
            </a:r>
            <a:r>
              <a:rPr lang="en-GB" sz="2000" b="0" dirty="0">
                <a:solidFill>
                  <a:srgbClr val="CCCCCC"/>
                </a:solidFill>
                <a:effectLst/>
                <a:latin typeface="Consolas" panose="020B0609020204030204" pitchFamily="49" charset="0"/>
              </a:rPr>
              <a:t> total number of nodes:</a:t>
            </a:r>
          </a:p>
          <a:p>
            <a:pPr>
              <a:lnSpc>
                <a:spcPts val="1425"/>
              </a:lnSpc>
              <a:buNone/>
            </a:pPr>
            <a:r>
              <a:rPr lang="en-GB" sz="2000" b="0" dirty="0">
                <a:solidFill>
                  <a:srgbClr val="CCCCCC"/>
                </a:solidFill>
                <a:effectLst/>
                <a:latin typeface="Consolas" panose="020B0609020204030204" pitchFamily="49" charset="0"/>
              </a:rPr>
              <a:t>            </a:t>
            </a:r>
            <a:r>
              <a:rPr lang="en-GB" sz="2000" b="0" dirty="0" err="1">
                <a:solidFill>
                  <a:srgbClr val="CCCCCC"/>
                </a:solidFill>
                <a:effectLst/>
                <a:latin typeface="Consolas" panose="020B0609020204030204" pitchFamily="49" charset="0"/>
              </a:rPr>
              <a:t>bridges.append</a:t>
            </a:r>
            <a:r>
              <a:rPr lang="en-GB" sz="2000" b="0" dirty="0">
                <a:solidFill>
                  <a:srgbClr val="CCCCCC"/>
                </a:solidFill>
                <a:effectLst/>
                <a:latin typeface="Consolas" panose="020B0609020204030204" pitchFamily="49" charset="0"/>
              </a:rPr>
              <a:t>((u, v))</a:t>
            </a:r>
          </a:p>
          <a:p>
            <a:pPr>
              <a:lnSpc>
                <a:spcPts val="1425"/>
              </a:lnSpc>
              <a:buNone/>
            </a:pPr>
            <a:br>
              <a:rPr lang="en-GB" sz="2000" b="0" dirty="0">
                <a:solidFill>
                  <a:srgbClr val="CCCCCC"/>
                </a:solidFill>
                <a:effectLst/>
                <a:latin typeface="Consolas" panose="020B0609020204030204" pitchFamily="49" charset="0"/>
              </a:rPr>
            </a:br>
            <a:r>
              <a:rPr lang="en-GB" sz="2000" b="0" dirty="0">
                <a:solidFill>
                  <a:srgbClr val="CCCCCC"/>
                </a:solidFill>
                <a:effectLst/>
                <a:latin typeface="Consolas" panose="020B0609020204030204" pitchFamily="49" charset="0"/>
              </a:rPr>
              <a:t>     </a:t>
            </a:r>
            <a:r>
              <a:rPr lang="en-GB" sz="2000" b="0" dirty="0">
                <a:solidFill>
                  <a:srgbClr val="6A9955"/>
                </a:solidFill>
                <a:effectLst/>
                <a:latin typeface="Consolas" panose="020B0609020204030204" pitchFamily="49" charset="0"/>
              </a:rPr>
              <a:t># Add edge (u, v) back</a:t>
            </a:r>
            <a:endParaRPr lang="en-GB" sz="2000" b="0" dirty="0">
              <a:solidFill>
                <a:srgbClr val="CCCCCC"/>
              </a:solidFill>
              <a:effectLst/>
              <a:latin typeface="Consolas" panose="020B0609020204030204" pitchFamily="49" charset="0"/>
            </a:endParaRPr>
          </a:p>
          <a:p>
            <a:pPr>
              <a:lnSpc>
                <a:spcPts val="1425"/>
              </a:lnSpc>
              <a:buNone/>
            </a:pPr>
            <a:r>
              <a:rPr lang="en-GB" sz="2000" b="0" dirty="0">
                <a:solidFill>
                  <a:srgbClr val="CCCCCC"/>
                </a:solidFill>
                <a:effectLst/>
                <a:latin typeface="Consolas" panose="020B0609020204030204" pitchFamily="49" charset="0"/>
              </a:rPr>
              <a:t>        </a:t>
            </a:r>
            <a:r>
              <a:rPr lang="en-GB" sz="2000" b="0" dirty="0" err="1">
                <a:solidFill>
                  <a:srgbClr val="CCCCCC"/>
                </a:solidFill>
                <a:effectLst/>
                <a:latin typeface="Consolas" panose="020B0609020204030204" pitchFamily="49" charset="0"/>
              </a:rPr>
              <a:t>addEdge</a:t>
            </a:r>
            <a:r>
              <a:rPr lang="en-GB" sz="2000" b="0" dirty="0">
                <a:solidFill>
                  <a:srgbClr val="CCCCCC"/>
                </a:solidFill>
                <a:effectLst/>
                <a:latin typeface="Consolas" panose="020B0609020204030204" pitchFamily="49" charset="0"/>
              </a:rPr>
              <a:t>(graph, u, v)</a:t>
            </a:r>
          </a:p>
          <a:p>
            <a:pPr marL="0" indent="0">
              <a:lnSpc>
                <a:spcPts val="1425"/>
              </a:lnSpc>
              <a:buNone/>
            </a:pPr>
            <a:br>
              <a:rPr lang="en-GB" sz="2000" b="0" dirty="0">
                <a:solidFill>
                  <a:srgbClr val="CCCCCC"/>
                </a:solidFill>
                <a:effectLst/>
                <a:latin typeface="Consolas" panose="020B0609020204030204" pitchFamily="49" charset="0"/>
              </a:rPr>
            </a:br>
            <a:r>
              <a:rPr lang="en-GB" sz="2000" b="0" dirty="0">
                <a:solidFill>
                  <a:srgbClr val="CCCCCC"/>
                </a:solidFill>
                <a:effectLst/>
                <a:latin typeface="Consolas" panose="020B0609020204030204" pitchFamily="49" charset="0"/>
              </a:rPr>
              <a:t>    </a:t>
            </a:r>
            <a:r>
              <a:rPr lang="en-GB" sz="2000" b="0" dirty="0">
                <a:solidFill>
                  <a:srgbClr val="C586C0"/>
                </a:solidFill>
                <a:effectLst/>
                <a:latin typeface="Consolas" panose="020B0609020204030204" pitchFamily="49" charset="0"/>
              </a:rPr>
              <a:t>return</a:t>
            </a:r>
            <a:r>
              <a:rPr lang="en-GB" sz="2000" b="0" dirty="0">
                <a:solidFill>
                  <a:srgbClr val="CCCCCC"/>
                </a:solidFill>
                <a:effectLst/>
                <a:latin typeface="Consolas" panose="020B0609020204030204" pitchFamily="49" charset="0"/>
              </a:rPr>
              <a:t> bridges</a:t>
            </a:r>
          </a:p>
          <a:p>
            <a:endParaRPr lang="en-US" sz="2000" dirty="0"/>
          </a:p>
        </p:txBody>
      </p:sp>
      <p:sp>
        <p:nvSpPr>
          <p:cNvPr id="3" name="Title 2">
            <a:extLst>
              <a:ext uri="{FF2B5EF4-FFF2-40B4-BE49-F238E27FC236}">
                <a16:creationId xmlns:a16="http://schemas.microsoft.com/office/drawing/2014/main" id="{A6ACB822-09E3-4933-2F09-4A16B22B10F3}"/>
              </a:ext>
            </a:extLst>
          </p:cNvPr>
          <p:cNvSpPr>
            <a:spLocks noGrp="1"/>
          </p:cNvSpPr>
          <p:nvPr>
            <p:ph type="title"/>
          </p:nvPr>
        </p:nvSpPr>
        <p:spPr>
          <a:xfrm>
            <a:off x="1815350" y="760330"/>
            <a:ext cx="15430500" cy="1775100"/>
          </a:xfrm>
        </p:spPr>
        <p:txBody>
          <a:bodyPr/>
          <a:lstStyle/>
          <a:p>
            <a:r>
              <a:rPr lang="en-US" b="1" i="0" dirty="0">
                <a:solidFill>
                  <a:srgbClr val="92D050"/>
                </a:solidFill>
                <a:effectLst/>
                <a:latin typeface="Darker Grotesque" panose="020B0604020202020204" charset="0"/>
              </a:rPr>
              <a:t>Naive Approach</a:t>
            </a:r>
            <a:endParaRPr lang="en-US" dirty="0">
              <a:latin typeface="Darker Grotesque" panose="020B0604020202020204" charset="0"/>
            </a:endParaRPr>
          </a:p>
        </p:txBody>
      </p:sp>
      <p:sp>
        <p:nvSpPr>
          <p:cNvPr id="4" name="Rectangle 3">
            <a:extLst>
              <a:ext uri="{FF2B5EF4-FFF2-40B4-BE49-F238E27FC236}">
                <a16:creationId xmlns:a16="http://schemas.microsoft.com/office/drawing/2014/main" id="{F5D64195-8479-5E6A-F74D-BEA30812507E}"/>
              </a:ext>
            </a:extLst>
          </p:cNvPr>
          <p:cNvSpPr/>
          <p:nvPr/>
        </p:nvSpPr>
        <p:spPr>
          <a:xfrm>
            <a:off x="206477" y="9556955"/>
            <a:ext cx="663678" cy="560439"/>
          </a:xfrm>
          <a:prstGeom prst="rect">
            <a:avLst/>
          </a:prstGeom>
          <a:solidFill>
            <a:srgbClr val="44344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02512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C2F970"/>
        </a:solidFill>
        <a:effectLst/>
      </p:bgPr>
    </p:bg>
    <p:spTree>
      <p:nvGrpSpPr>
        <p:cNvPr id="1" name="Shape 108"/>
        <p:cNvGrpSpPr/>
        <p:nvPr/>
      </p:nvGrpSpPr>
      <p:grpSpPr>
        <a:xfrm>
          <a:off x="0" y="0"/>
          <a:ext cx="0" cy="0"/>
          <a:chOff x="0" y="0"/>
          <a:chExt cx="0" cy="0"/>
        </a:xfrm>
      </p:grpSpPr>
      <p:sp>
        <p:nvSpPr>
          <p:cNvPr id="109" name="Google Shape;109;p12"/>
          <p:cNvSpPr txBox="1"/>
          <p:nvPr/>
        </p:nvSpPr>
        <p:spPr>
          <a:xfrm>
            <a:off x="8854624" y="719019"/>
            <a:ext cx="8404676" cy="7609712"/>
          </a:xfrm>
          <a:prstGeom prst="rect">
            <a:avLst/>
          </a:prstGeom>
          <a:noFill/>
          <a:ln>
            <a:noFill/>
          </a:ln>
        </p:spPr>
        <p:txBody>
          <a:bodyPr spcFirstLastPara="1" wrap="square" lIns="0" tIns="0" rIns="0" bIns="0" anchor="t" anchorCtr="0">
            <a:spAutoFit/>
          </a:bodyPr>
          <a:lstStyle/>
          <a:p>
            <a:pPr marL="0" marR="0" lvl="0" indent="0" algn="r" rtl="0">
              <a:lnSpc>
                <a:spcPct val="80000"/>
              </a:lnSpc>
              <a:spcBef>
                <a:spcPts val="0"/>
              </a:spcBef>
              <a:spcAft>
                <a:spcPts val="0"/>
              </a:spcAft>
              <a:buNone/>
            </a:pPr>
            <a:r>
              <a:rPr lang="en-US" sz="61812" b="0" i="0" u="none" strike="noStrike" cap="none" dirty="0">
                <a:solidFill>
                  <a:srgbClr val="44344F"/>
                </a:solidFill>
                <a:latin typeface="Darker Grotesque"/>
                <a:ea typeface="Darker Grotesque"/>
                <a:cs typeface="Darker Grotesque"/>
                <a:sym typeface="Darker Grotesque"/>
              </a:rPr>
              <a:t>03</a:t>
            </a:r>
            <a:endParaRPr dirty="0"/>
          </a:p>
        </p:txBody>
      </p:sp>
      <p:cxnSp>
        <p:nvCxnSpPr>
          <p:cNvPr id="110" name="Google Shape;110;p12"/>
          <p:cNvCxnSpPr/>
          <p:nvPr/>
        </p:nvCxnSpPr>
        <p:spPr>
          <a:xfrm rot="10800000">
            <a:off x="1009650" y="0"/>
            <a:ext cx="0" cy="10287000"/>
          </a:xfrm>
          <a:prstGeom prst="straightConnector1">
            <a:avLst/>
          </a:prstGeom>
          <a:noFill/>
          <a:ln w="38100" cap="flat" cmpd="sng">
            <a:solidFill>
              <a:srgbClr val="44344F"/>
            </a:solidFill>
            <a:prstDash val="solid"/>
            <a:round/>
            <a:headEnd type="none" w="sm" len="sm"/>
            <a:tailEnd type="none" w="sm" len="sm"/>
          </a:ln>
        </p:spPr>
      </p:cxnSp>
      <p:cxnSp>
        <p:nvCxnSpPr>
          <p:cNvPr id="111" name="Google Shape;111;p12"/>
          <p:cNvCxnSpPr/>
          <p:nvPr/>
        </p:nvCxnSpPr>
        <p:spPr>
          <a:xfrm rot="10800000">
            <a:off x="0" y="9258300"/>
            <a:ext cx="18288000" cy="0"/>
          </a:xfrm>
          <a:prstGeom prst="straightConnector1">
            <a:avLst/>
          </a:prstGeom>
          <a:noFill/>
          <a:ln w="38100" cap="flat" cmpd="sng">
            <a:solidFill>
              <a:srgbClr val="44344F"/>
            </a:solidFill>
            <a:prstDash val="solid"/>
            <a:round/>
            <a:headEnd type="none" w="sm" len="sm"/>
            <a:tailEnd type="none" w="sm" len="sm"/>
          </a:ln>
        </p:spPr>
      </p:cxnSp>
      <p:sp>
        <p:nvSpPr>
          <p:cNvPr id="115" name="Google Shape;115;p12"/>
          <p:cNvSpPr txBox="1"/>
          <p:nvPr/>
        </p:nvSpPr>
        <p:spPr>
          <a:xfrm>
            <a:off x="1783744" y="6820501"/>
            <a:ext cx="15475556" cy="1772793"/>
          </a:xfrm>
          <a:prstGeom prst="rect">
            <a:avLst/>
          </a:prstGeom>
          <a:noFill/>
          <a:ln>
            <a:noFill/>
          </a:ln>
        </p:spPr>
        <p:txBody>
          <a:bodyPr spcFirstLastPara="1" wrap="square" lIns="0" tIns="0" rIns="0" bIns="0" anchor="t" anchorCtr="0">
            <a:spAutoFit/>
          </a:bodyPr>
          <a:lstStyle/>
          <a:p>
            <a:pPr marL="0" marR="0" lvl="0" indent="0" algn="r" rtl="0">
              <a:lnSpc>
                <a:spcPct val="80000"/>
              </a:lnSpc>
              <a:spcBef>
                <a:spcPts val="0"/>
              </a:spcBef>
              <a:spcAft>
                <a:spcPts val="0"/>
              </a:spcAft>
              <a:buNone/>
            </a:pPr>
            <a:r>
              <a:rPr lang="en-US" sz="14400" b="0" i="0" u="none" strike="noStrike" cap="none" dirty="0">
                <a:solidFill>
                  <a:srgbClr val="44344F"/>
                </a:solidFill>
                <a:latin typeface="Darker Grotesque"/>
                <a:ea typeface="Darker Grotesque"/>
                <a:cs typeface="Darker Grotesque"/>
                <a:sym typeface="Darker Grotesque"/>
              </a:rPr>
              <a:t>Tarjan Algorithm</a:t>
            </a:r>
            <a:endParaRPr dirty="0"/>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E09C398-9536-07CB-2000-33E4C600535B}"/>
              </a:ext>
            </a:extLst>
          </p:cNvPr>
          <p:cNvSpPr>
            <a:spLocks noGrp="1"/>
          </p:cNvSpPr>
          <p:nvPr>
            <p:ph type="body" idx="1"/>
          </p:nvPr>
        </p:nvSpPr>
        <p:spPr>
          <a:xfrm>
            <a:off x="1371598" y="2012504"/>
            <a:ext cx="16414955" cy="7146243"/>
          </a:xfrm>
        </p:spPr>
        <p:txBody>
          <a:bodyPr/>
          <a:lstStyle/>
          <a:p>
            <a:pPr marL="685800" indent="-685800" algn="just">
              <a:spcAft>
                <a:spcPts val="1200"/>
              </a:spcAft>
            </a:pPr>
            <a:r>
              <a:rPr lang="en-GB" sz="3200" dirty="0">
                <a:solidFill>
                  <a:schemeClr val="bg1"/>
                </a:solidFill>
              </a:rPr>
              <a:t>Tarjan's algorithm for finding bridges in a graph is a DFS-based algorithm that identifies edges whose removal increases the number of connected components, using discovery and Lowest reachable ancestor values in </a:t>
            </a:r>
            <a:r>
              <a:rPr lang="en-GB" sz="3200" b="1" dirty="0">
                <a:solidFill>
                  <a:schemeClr val="bg1"/>
                </a:solidFill>
              </a:rPr>
              <a:t>O(V + E)</a:t>
            </a:r>
            <a:r>
              <a:rPr lang="en-GB" sz="3200" dirty="0">
                <a:solidFill>
                  <a:schemeClr val="bg1"/>
                </a:solidFill>
              </a:rPr>
              <a:t> time.</a:t>
            </a:r>
          </a:p>
          <a:p>
            <a:pPr marL="685800" indent="-685800" algn="just">
              <a:spcAft>
                <a:spcPts val="1200"/>
              </a:spcAft>
            </a:pPr>
            <a:r>
              <a:rPr lang="en-GB" sz="3200" dirty="0">
                <a:solidFill>
                  <a:schemeClr val="bg1"/>
                </a:solidFill>
              </a:rPr>
              <a:t>To implement this algorithm, we need the following data structures:</a:t>
            </a:r>
          </a:p>
          <a:p>
            <a:pPr marL="685800" indent="-685800" algn="just">
              <a:spcAft>
                <a:spcPts val="1200"/>
              </a:spcAft>
            </a:pPr>
            <a:r>
              <a:rPr lang="en-GB" sz="3200" dirty="0">
                <a:solidFill>
                  <a:schemeClr val="bg1"/>
                </a:solidFill>
              </a:rPr>
              <a:t>visited[ ] = to keep track of the visited vertices to implement DFS</a:t>
            </a:r>
          </a:p>
          <a:p>
            <a:pPr marL="685800" indent="-685800" algn="just">
              <a:spcAft>
                <a:spcPts val="1200"/>
              </a:spcAft>
            </a:pPr>
            <a:r>
              <a:rPr lang="en-GB" sz="3200" dirty="0">
                <a:solidFill>
                  <a:schemeClr val="bg1"/>
                </a:solidFill>
              </a:rPr>
              <a:t>discovery[ ] = to keep track when for the first time that particular vertex is reached</a:t>
            </a:r>
          </a:p>
          <a:p>
            <a:pPr marL="685800" indent="-685800" algn="just">
              <a:spcAft>
                <a:spcPts val="1200"/>
              </a:spcAft>
            </a:pPr>
            <a:r>
              <a:rPr lang="en-GB" sz="3200" dirty="0">
                <a:solidFill>
                  <a:schemeClr val="bg1"/>
                </a:solidFill>
              </a:rPr>
              <a:t>Low[ ] = to keep track of the lowest possible time by which we can reach that vertex ‘other than parent’ so that if edge from parent is removed can the particular node can be reached other than parent.</a:t>
            </a:r>
          </a:p>
          <a:p>
            <a:pPr marL="685800" indent="-685800" algn="just">
              <a:spcAft>
                <a:spcPts val="1200"/>
              </a:spcAft>
            </a:pPr>
            <a:r>
              <a:rPr lang="en-GB" sz="3200" dirty="0">
                <a:solidFill>
                  <a:schemeClr val="bg1"/>
                </a:solidFill>
              </a:rPr>
              <a:t>An edge (u, v) is a bridge if :</a:t>
            </a:r>
          </a:p>
          <a:p>
            <a:pPr marL="0" indent="0" algn="ctr">
              <a:spcAft>
                <a:spcPts val="1200"/>
              </a:spcAft>
              <a:buNone/>
            </a:pPr>
            <a:r>
              <a:rPr lang="en-GB" sz="3200" b="1" dirty="0" err="1">
                <a:solidFill>
                  <a:schemeClr val="bg1"/>
                </a:solidFill>
              </a:rPr>
              <a:t>Lowest_reachable_ancestor</a:t>
            </a:r>
            <a:r>
              <a:rPr lang="en-GB" sz="3200" b="1" dirty="0">
                <a:solidFill>
                  <a:schemeClr val="bg1"/>
                </a:solidFill>
              </a:rPr>
              <a:t>[v] &gt; discovery[u] </a:t>
            </a:r>
          </a:p>
          <a:p>
            <a:pPr marL="457200" lvl="1" indent="0" algn="just">
              <a:spcAft>
                <a:spcPts val="1200"/>
              </a:spcAft>
              <a:buNone/>
            </a:pPr>
            <a:r>
              <a:rPr lang="en-GB" sz="3200" dirty="0">
                <a:solidFill>
                  <a:schemeClr val="bg1"/>
                </a:solidFill>
              </a:rPr>
              <a:t>This means that v cannot reach an ancestor of u, implying that removing (</a:t>
            </a:r>
            <a:r>
              <a:rPr lang="en-GB" sz="3200" dirty="0" err="1">
                <a:solidFill>
                  <a:schemeClr val="bg1"/>
                </a:solidFill>
              </a:rPr>
              <a:t>u,v</a:t>
            </a:r>
            <a:r>
              <a:rPr lang="en-GB" sz="3200" dirty="0">
                <a:solidFill>
                  <a:schemeClr val="bg1"/>
                </a:solidFill>
              </a:rPr>
              <a:t>) disconnects the graph.</a:t>
            </a:r>
          </a:p>
          <a:p>
            <a:pPr marL="685800" indent="-685800"/>
            <a:endParaRPr lang="en-GB" dirty="0">
              <a:solidFill>
                <a:schemeClr val="bg1"/>
              </a:solidFill>
            </a:endParaRPr>
          </a:p>
          <a:p>
            <a:pPr marL="0" indent="0">
              <a:buNone/>
            </a:pPr>
            <a:endParaRPr lang="en-US" dirty="0">
              <a:solidFill>
                <a:schemeClr val="bg1"/>
              </a:solidFill>
            </a:endParaRPr>
          </a:p>
        </p:txBody>
      </p:sp>
      <p:sp>
        <p:nvSpPr>
          <p:cNvPr id="3" name="Title 2">
            <a:extLst>
              <a:ext uri="{FF2B5EF4-FFF2-40B4-BE49-F238E27FC236}">
                <a16:creationId xmlns:a16="http://schemas.microsoft.com/office/drawing/2014/main" id="{0D1D8474-AFBE-B92D-11CC-57E10253D730}"/>
              </a:ext>
            </a:extLst>
          </p:cNvPr>
          <p:cNvSpPr>
            <a:spLocks noGrp="1"/>
          </p:cNvSpPr>
          <p:nvPr>
            <p:ph type="title"/>
          </p:nvPr>
        </p:nvSpPr>
        <p:spPr>
          <a:xfrm>
            <a:off x="1863826" y="408775"/>
            <a:ext cx="15430500" cy="1775100"/>
          </a:xfrm>
        </p:spPr>
        <p:txBody>
          <a:bodyPr/>
          <a:lstStyle/>
          <a:p>
            <a:r>
              <a:rPr lang="en-US" b="1" dirty="0"/>
              <a:t>Tarjan Algorithm</a:t>
            </a:r>
          </a:p>
        </p:txBody>
      </p:sp>
      <p:sp>
        <p:nvSpPr>
          <p:cNvPr id="5" name="Rectangle 4">
            <a:extLst>
              <a:ext uri="{FF2B5EF4-FFF2-40B4-BE49-F238E27FC236}">
                <a16:creationId xmlns:a16="http://schemas.microsoft.com/office/drawing/2014/main" id="{E28DB2A0-61AE-6FB7-5948-E4BD52D314B8}"/>
              </a:ext>
            </a:extLst>
          </p:cNvPr>
          <p:cNvSpPr/>
          <p:nvPr/>
        </p:nvSpPr>
        <p:spPr>
          <a:xfrm>
            <a:off x="206477" y="9556955"/>
            <a:ext cx="663678" cy="560439"/>
          </a:xfrm>
          <a:prstGeom prst="rect">
            <a:avLst/>
          </a:prstGeom>
          <a:solidFill>
            <a:srgbClr val="44344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651922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03EFCB7-481E-BCD0-4C38-BEBF0A09B15B}"/>
              </a:ext>
            </a:extLst>
          </p:cNvPr>
          <p:cNvSpPr>
            <a:spLocks noGrp="1"/>
          </p:cNvSpPr>
          <p:nvPr>
            <p:ph type="body" idx="1"/>
          </p:nvPr>
        </p:nvSpPr>
        <p:spPr>
          <a:xfrm>
            <a:off x="3569113" y="1592826"/>
            <a:ext cx="12255906" cy="8052619"/>
          </a:xfrm>
          <a:solidFill>
            <a:schemeClr val="tx1">
              <a:lumMod val="85000"/>
              <a:lumOff val="15000"/>
            </a:schemeClr>
          </a:solidFill>
        </p:spPr>
        <p:txBody>
          <a:bodyPr/>
          <a:lstStyle/>
          <a:p>
            <a:pPr>
              <a:lnSpc>
                <a:spcPts val="1425"/>
              </a:lnSpc>
              <a:buNone/>
            </a:pPr>
            <a:r>
              <a:rPr lang="en-GB" sz="2000" b="1" dirty="0">
                <a:solidFill>
                  <a:srgbClr val="CCCCCC"/>
                </a:solidFill>
                <a:effectLst/>
                <a:latin typeface="Consolas" panose="020B0609020204030204" pitchFamily="49" charset="0"/>
              </a:rPr>
              <a:t>Function </a:t>
            </a:r>
            <a:r>
              <a:rPr lang="en-GB" sz="2000" b="1" dirty="0" err="1">
                <a:solidFill>
                  <a:srgbClr val="CCCCCC"/>
                </a:solidFill>
                <a:effectLst/>
                <a:latin typeface="Consolas" panose="020B0609020204030204" pitchFamily="49" charset="0"/>
              </a:rPr>
              <a:t>findBridges</a:t>
            </a:r>
            <a:r>
              <a:rPr lang="en-GB" sz="2000" b="1" dirty="0">
                <a:solidFill>
                  <a:srgbClr val="CCCCCC"/>
                </a:solidFill>
                <a:effectLst/>
                <a:latin typeface="Consolas" panose="020B0609020204030204" pitchFamily="49" charset="0"/>
              </a:rPr>
              <a:t>(graph, n):</a:t>
            </a:r>
          </a:p>
          <a:p>
            <a:pPr>
              <a:lnSpc>
                <a:spcPts val="1425"/>
              </a:lnSpc>
              <a:buNone/>
            </a:pPr>
            <a:br>
              <a:rPr lang="en-GB" sz="2000" b="0" dirty="0">
                <a:solidFill>
                  <a:srgbClr val="CCCCCC"/>
                </a:solidFill>
                <a:effectLst/>
                <a:latin typeface="Consolas" panose="020B0609020204030204" pitchFamily="49" charset="0"/>
              </a:rPr>
            </a:br>
            <a:r>
              <a:rPr lang="en-GB" sz="2000" b="0" dirty="0">
                <a:solidFill>
                  <a:srgbClr val="9CDCFE"/>
                </a:solidFill>
                <a:effectLst/>
                <a:latin typeface="Consolas" panose="020B0609020204030204" pitchFamily="49" charset="0"/>
              </a:rPr>
              <a:t>time</a:t>
            </a:r>
            <a:r>
              <a:rPr lang="en-GB" sz="2000" b="0" dirty="0">
                <a:solidFill>
                  <a:srgbClr val="CCCCCC"/>
                </a:solidFill>
                <a:effectLst/>
                <a:latin typeface="Consolas" panose="020B0609020204030204" pitchFamily="49" charset="0"/>
              </a:rPr>
              <a:t> </a:t>
            </a:r>
            <a:r>
              <a:rPr lang="en-GB" sz="2000" b="0" dirty="0">
                <a:solidFill>
                  <a:srgbClr val="D4D4D4"/>
                </a:solidFill>
                <a:effectLst/>
                <a:latin typeface="Consolas" panose="020B0609020204030204" pitchFamily="49" charset="0"/>
              </a:rPr>
              <a:t>=</a:t>
            </a:r>
            <a:r>
              <a:rPr lang="en-GB" sz="2000" b="0" dirty="0">
                <a:solidFill>
                  <a:srgbClr val="CCCCCC"/>
                </a:solidFill>
                <a:effectLst/>
                <a:latin typeface="Consolas" panose="020B0609020204030204" pitchFamily="49" charset="0"/>
              </a:rPr>
              <a:t> </a:t>
            </a:r>
            <a:r>
              <a:rPr lang="en-GB" sz="2000" b="0" dirty="0">
                <a:solidFill>
                  <a:srgbClr val="B5CEA8"/>
                </a:solidFill>
                <a:effectLst/>
                <a:latin typeface="Consolas" panose="020B0609020204030204" pitchFamily="49" charset="0"/>
              </a:rPr>
              <a:t>0</a:t>
            </a:r>
            <a:endParaRPr lang="en-GB" sz="2000" b="0" dirty="0">
              <a:solidFill>
                <a:srgbClr val="CCCCCC"/>
              </a:solidFill>
              <a:effectLst/>
              <a:latin typeface="Consolas" panose="020B0609020204030204" pitchFamily="49" charset="0"/>
            </a:endParaRPr>
          </a:p>
          <a:p>
            <a:pPr>
              <a:lnSpc>
                <a:spcPts val="1425"/>
              </a:lnSpc>
              <a:buNone/>
            </a:pPr>
            <a:r>
              <a:rPr lang="en-GB" sz="2000" b="0" dirty="0">
                <a:solidFill>
                  <a:srgbClr val="CCCCCC"/>
                </a:solidFill>
                <a:effectLst/>
                <a:latin typeface="Consolas" panose="020B0609020204030204" pitchFamily="49" charset="0"/>
              </a:rPr>
              <a:t>    </a:t>
            </a:r>
            <a:r>
              <a:rPr lang="en-GB" sz="2000" b="0" dirty="0">
                <a:solidFill>
                  <a:srgbClr val="9CDCFE"/>
                </a:solidFill>
                <a:effectLst/>
                <a:latin typeface="Consolas" panose="020B0609020204030204" pitchFamily="49" charset="0"/>
              </a:rPr>
              <a:t>bridges</a:t>
            </a:r>
            <a:r>
              <a:rPr lang="en-GB" sz="2000" b="0" dirty="0">
                <a:solidFill>
                  <a:srgbClr val="CCCCCC"/>
                </a:solidFill>
                <a:effectLst/>
                <a:latin typeface="Consolas" panose="020B0609020204030204" pitchFamily="49" charset="0"/>
              </a:rPr>
              <a:t> </a:t>
            </a:r>
            <a:r>
              <a:rPr lang="en-GB" sz="2000" b="0" dirty="0">
                <a:solidFill>
                  <a:srgbClr val="D4D4D4"/>
                </a:solidFill>
                <a:effectLst/>
                <a:latin typeface="Consolas" panose="020B0609020204030204" pitchFamily="49" charset="0"/>
              </a:rPr>
              <a:t>=</a:t>
            </a:r>
            <a:r>
              <a:rPr lang="en-GB" sz="2000" b="0" dirty="0">
                <a:solidFill>
                  <a:srgbClr val="CCCCCC"/>
                </a:solidFill>
                <a:effectLst/>
                <a:latin typeface="Consolas" panose="020B0609020204030204" pitchFamily="49" charset="0"/>
              </a:rPr>
              <a:t> []</a:t>
            </a:r>
          </a:p>
          <a:p>
            <a:pPr>
              <a:lnSpc>
                <a:spcPts val="1425"/>
              </a:lnSpc>
              <a:buNone/>
            </a:pPr>
            <a:r>
              <a:rPr lang="en-GB" sz="2000" b="0" dirty="0">
                <a:solidFill>
                  <a:srgbClr val="CCCCCC"/>
                </a:solidFill>
                <a:effectLst/>
                <a:latin typeface="Consolas" panose="020B0609020204030204" pitchFamily="49" charset="0"/>
              </a:rPr>
              <a:t>    </a:t>
            </a:r>
            <a:r>
              <a:rPr lang="en-GB" sz="2000" b="0" dirty="0">
                <a:solidFill>
                  <a:srgbClr val="9CDCFE"/>
                </a:solidFill>
                <a:effectLst/>
                <a:latin typeface="Consolas" panose="020B0609020204030204" pitchFamily="49" charset="0"/>
              </a:rPr>
              <a:t>disc</a:t>
            </a:r>
            <a:r>
              <a:rPr lang="en-GB" sz="2000" b="0" dirty="0">
                <a:solidFill>
                  <a:srgbClr val="CCCCCC"/>
                </a:solidFill>
                <a:effectLst/>
                <a:latin typeface="Consolas" panose="020B0609020204030204" pitchFamily="49" charset="0"/>
              </a:rPr>
              <a:t> </a:t>
            </a:r>
            <a:r>
              <a:rPr lang="en-GB" sz="2000" b="0" dirty="0">
                <a:solidFill>
                  <a:srgbClr val="D4D4D4"/>
                </a:solidFill>
                <a:effectLst/>
                <a:latin typeface="Consolas" panose="020B0609020204030204" pitchFamily="49" charset="0"/>
              </a:rPr>
              <a:t>=</a:t>
            </a:r>
            <a:r>
              <a:rPr lang="en-GB" sz="2000" b="0" dirty="0">
                <a:solidFill>
                  <a:srgbClr val="CCCCCC"/>
                </a:solidFill>
                <a:effectLst/>
                <a:latin typeface="Consolas" panose="020B0609020204030204" pitchFamily="49" charset="0"/>
              </a:rPr>
              <a:t> [</a:t>
            </a:r>
            <a:r>
              <a:rPr lang="en-GB" sz="2000" b="0" dirty="0">
                <a:solidFill>
                  <a:srgbClr val="D4D4D4"/>
                </a:solidFill>
                <a:effectLst/>
                <a:latin typeface="Consolas" panose="020B0609020204030204" pitchFamily="49" charset="0"/>
              </a:rPr>
              <a:t>-</a:t>
            </a:r>
            <a:r>
              <a:rPr lang="en-GB" sz="2000" b="0" dirty="0">
                <a:solidFill>
                  <a:srgbClr val="B5CEA8"/>
                </a:solidFill>
                <a:effectLst/>
                <a:latin typeface="Consolas" panose="020B0609020204030204" pitchFamily="49" charset="0"/>
              </a:rPr>
              <a:t>1</a:t>
            </a:r>
            <a:r>
              <a:rPr lang="en-GB" sz="2000" b="0" dirty="0">
                <a:solidFill>
                  <a:srgbClr val="CCCCCC"/>
                </a:solidFill>
                <a:effectLst/>
                <a:latin typeface="Consolas" panose="020B0609020204030204" pitchFamily="49" charset="0"/>
              </a:rPr>
              <a:t>] </a:t>
            </a:r>
            <a:r>
              <a:rPr lang="en-GB" sz="2000" b="0" dirty="0">
                <a:solidFill>
                  <a:srgbClr val="D4D4D4"/>
                </a:solidFill>
                <a:effectLst/>
                <a:latin typeface="Consolas" panose="020B0609020204030204" pitchFamily="49" charset="0"/>
              </a:rPr>
              <a:t>*</a:t>
            </a:r>
            <a:r>
              <a:rPr lang="en-GB" sz="2000" b="0" dirty="0">
                <a:solidFill>
                  <a:srgbClr val="CCCCCC"/>
                </a:solidFill>
                <a:effectLst/>
                <a:latin typeface="Consolas" panose="020B0609020204030204" pitchFamily="49" charset="0"/>
              </a:rPr>
              <a:t> n  </a:t>
            </a:r>
            <a:r>
              <a:rPr lang="en-GB" sz="2000" b="0" dirty="0">
                <a:solidFill>
                  <a:srgbClr val="6A9955"/>
                </a:solidFill>
                <a:effectLst/>
                <a:latin typeface="Consolas" panose="020B0609020204030204" pitchFamily="49" charset="0"/>
              </a:rPr>
              <a:t># Discovery time of nodes</a:t>
            </a:r>
            <a:endParaRPr lang="en-GB" sz="2000" b="0" dirty="0">
              <a:solidFill>
                <a:srgbClr val="CCCCCC"/>
              </a:solidFill>
              <a:effectLst/>
              <a:latin typeface="Consolas" panose="020B0609020204030204" pitchFamily="49" charset="0"/>
            </a:endParaRPr>
          </a:p>
          <a:p>
            <a:pPr>
              <a:lnSpc>
                <a:spcPts val="1425"/>
              </a:lnSpc>
              <a:buNone/>
            </a:pPr>
            <a:r>
              <a:rPr lang="en-GB" sz="2000" b="0" dirty="0">
                <a:solidFill>
                  <a:srgbClr val="CCCCCC"/>
                </a:solidFill>
                <a:effectLst/>
                <a:latin typeface="Consolas" panose="020B0609020204030204" pitchFamily="49" charset="0"/>
              </a:rPr>
              <a:t>    </a:t>
            </a:r>
            <a:r>
              <a:rPr lang="en-GB" sz="2000" b="0" dirty="0">
                <a:solidFill>
                  <a:srgbClr val="9CDCFE"/>
                </a:solidFill>
                <a:effectLst/>
                <a:latin typeface="Consolas" panose="020B0609020204030204" pitchFamily="49" charset="0"/>
              </a:rPr>
              <a:t>low</a:t>
            </a:r>
            <a:r>
              <a:rPr lang="en-GB" sz="2000" b="0" dirty="0">
                <a:solidFill>
                  <a:srgbClr val="CCCCCC"/>
                </a:solidFill>
                <a:effectLst/>
                <a:latin typeface="Consolas" panose="020B0609020204030204" pitchFamily="49" charset="0"/>
              </a:rPr>
              <a:t> </a:t>
            </a:r>
            <a:r>
              <a:rPr lang="en-GB" sz="2000" b="0" dirty="0">
                <a:solidFill>
                  <a:srgbClr val="D4D4D4"/>
                </a:solidFill>
                <a:effectLst/>
                <a:latin typeface="Consolas" panose="020B0609020204030204" pitchFamily="49" charset="0"/>
              </a:rPr>
              <a:t>=</a:t>
            </a:r>
            <a:r>
              <a:rPr lang="en-GB" sz="2000" b="0" dirty="0">
                <a:solidFill>
                  <a:srgbClr val="CCCCCC"/>
                </a:solidFill>
                <a:effectLst/>
                <a:latin typeface="Consolas" panose="020B0609020204030204" pitchFamily="49" charset="0"/>
              </a:rPr>
              <a:t> [</a:t>
            </a:r>
            <a:r>
              <a:rPr lang="en-GB" sz="2000" b="0" dirty="0">
                <a:solidFill>
                  <a:srgbClr val="D4D4D4"/>
                </a:solidFill>
                <a:effectLst/>
                <a:latin typeface="Consolas" panose="020B0609020204030204" pitchFamily="49" charset="0"/>
              </a:rPr>
              <a:t>-</a:t>
            </a:r>
            <a:r>
              <a:rPr lang="en-GB" sz="2000" b="0" dirty="0">
                <a:solidFill>
                  <a:srgbClr val="B5CEA8"/>
                </a:solidFill>
                <a:effectLst/>
                <a:latin typeface="Consolas" panose="020B0609020204030204" pitchFamily="49" charset="0"/>
              </a:rPr>
              <a:t>1</a:t>
            </a:r>
            <a:r>
              <a:rPr lang="en-GB" sz="2000" b="0" dirty="0">
                <a:solidFill>
                  <a:srgbClr val="CCCCCC"/>
                </a:solidFill>
                <a:effectLst/>
                <a:latin typeface="Consolas" panose="020B0609020204030204" pitchFamily="49" charset="0"/>
              </a:rPr>
              <a:t>] </a:t>
            </a:r>
            <a:r>
              <a:rPr lang="en-GB" sz="2000" b="0" dirty="0">
                <a:solidFill>
                  <a:srgbClr val="D4D4D4"/>
                </a:solidFill>
                <a:effectLst/>
                <a:latin typeface="Consolas" panose="020B0609020204030204" pitchFamily="49" charset="0"/>
              </a:rPr>
              <a:t>*</a:t>
            </a:r>
            <a:r>
              <a:rPr lang="en-GB" sz="2000" b="0" dirty="0">
                <a:solidFill>
                  <a:srgbClr val="CCCCCC"/>
                </a:solidFill>
                <a:effectLst/>
                <a:latin typeface="Consolas" panose="020B0609020204030204" pitchFamily="49" charset="0"/>
              </a:rPr>
              <a:t> n    </a:t>
            </a:r>
            <a:r>
              <a:rPr lang="en-GB" sz="2000" b="0" dirty="0">
                <a:solidFill>
                  <a:srgbClr val="6A9955"/>
                </a:solidFill>
                <a:effectLst/>
                <a:latin typeface="Consolas" panose="020B0609020204030204" pitchFamily="49" charset="0"/>
              </a:rPr>
              <a:t># Lowest discovery time reachable</a:t>
            </a:r>
            <a:endParaRPr lang="en-GB" sz="2000" b="0" dirty="0">
              <a:solidFill>
                <a:srgbClr val="CCCCCC"/>
              </a:solidFill>
              <a:effectLst/>
              <a:latin typeface="Consolas" panose="020B0609020204030204" pitchFamily="49" charset="0"/>
            </a:endParaRPr>
          </a:p>
          <a:p>
            <a:pPr>
              <a:lnSpc>
                <a:spcPts val="1425"/>
              </a:lnSpc>
              <a:buNone/>
            </a:pPr>
            <a:r>
              <a:rPr lang="en-GB" sz="2000" b="0" dirty="0">
                <a:solidFill>
                  <a:srgbClr val="CCCCCC"/>
                </a:solidFill>
                <a:effectLst/>
                <a:latin typeface="Consolas" panose="020B0609020204030204" pitchFamily="49" charset="0"/>
              </a:rPr>
              <a:t>    </a:t>
            </a:r>
            <a:r>
              <a:rPr lang="en-GB" sz="2000" b="0" dirty="0">
                <a:solidFill>
                  <a:srgbClr val="9CDCFE"/>
                </a:solidFill>
                <a:effectLst/>
                <a:latin typeface="Consolas" panose="020B0609020204030204" pitchFamily="49" charset="0"/>
              </a:rPr>
              <a:t>visited</a:t>
            </a:r>
            <a:r>
              <a:rPr lang="en-GB" sz="2000" b="0" dirty="0">
                <a:solidFill>
                  <a:srgbClr val="CCCCCC"/>
                </a:solidFill>
                <a:effectLst/>
                <a:latin typeface="Consolas" panose="020B0609020204030204" pitchFamily="49" charset="0"/>
              </a:rPr>
              <a:t> </a:t>
            </a:r>
            <a:r>
              <a:rPr lang="en-GB" sz="2000" b="0" dirty="0">
                <a:solidFill>
                  <a:srgbClr val="D4D4D4"/>
                </a:solidFill>
                <a:effectLst/>
                <a:latin typeface="Consolas" panose="020B0609020204030204" pitchFamily="49" charset="0"/>
              </a:rPr>
              <a:t>=</a:t>
            </a:r>
            <a:r>
              <a:rPr lang="en-GB" sz="2000" b="0" dirty="0">
                <a:solidFill>
                  <a:srgbClr val="CCCCCC"/>
                </a:solidFill>
                <a:effectLst/>
                <a:latin typeface="Consolas" panose="020B0609020204030204" pitchFamily="49" charset="0"/>
              </a:rPr>
              <a:t> </a:t>
            </a:r>
            <a:r>
              <a:rPr lang="en-GB" sz="2000" b="0" dirty="0">
                <a:solidFill>
                  <a:srgbClr val="4EC9B0"/>
                </a:solidFill>
                <a:effectLst/>
                <a:latin typeface="Consolas" panose="020B0609020204030204" pitchFamily="49" charset="0"/>
              </a:rPr>
              <a:t>set</a:t>
            </a:r>
            <a:r>
              <a:rPr lang="en-GB" sz="2000" b="0" dirty="0">
                <a:solidFill>
                  <a:srgbClr val="CCCCCC"/>
                </a:solidFill>
                <a:effectLst/>
                <a:latin typeface="Consolas" panose="020B0609020204030204" pitchFamily="49" charset="0"/>
              </a:rPr>
              <a:t>()</a:t>
            </a:r>
          </a:p>
          <a:p>
            <a:pPr>
              <a:lnSpc>
                <a:spcPts val="1425"/>
              </a:lnSpc>
              <a:buNone/>
            </a:pPr>
            <a:br>
              <a:rPr lang="en-GB" sz="2000" b="0" dirty="0">
                <a:solidFill>
                  <a:srgbClr val="CCCCCC"/>
                </a:solidFill>
                <a:effectLst/>
                <a:latin typeface="Consolas" panose="020B0609020204030204" pitchFamily="49" charset="0"/>
              </a:rPr>
            </a:br>
            <a:r>
              <a:rPr lang="en-GB" sz="2000" b="0" dirty="0">
                <a:solidFill>
                  <a:srgbClr val="CCCCCC"/>
                </a:solidFill>
                <a:effectLst/>
                <a:latin typeface="Consolas" panose="020B0609020204030204" pitchFamily="49" charset="0"/>
              </a:rPr>
              <a:t>Function DFS(graph, u, parent):</a:t>
            </a:r>
          </a:p>
          <a:p>
            <a:pPr>
              <a:lnSpc>
                <a:spcPts val="1425"/>
              </a:lnSpc>
              <a:buNone/>
            </a:pPr>
            <a:br>
              <a:rPr lang="en-GB" sz="2000" b="0" dirty="0">
                <a:solidFill>
                  <a:srgbClr val="CCCCCC"/>
                </a:solidFill>
                <a:effectLst/>
                <a:latin typeface="Consolas" panose="020B0609020204030204" pitchFamily="49" charset="0"/>
              </a:rPr>
            </a:br>
            <a:r>
              <a:rPr lang="en-GB" sz="2000" b="0" dirty="0">
                <a:solidFill>
                  <a:srgbClr val="CCCCCC"/>
                </a:solidFill>
                <a:effectLst/>
                <a:latin typeface="Consolas" panose="020B0609020204030204" pitchFamily="49" charset="0"/>
              </a:rPr>
              <a:t>    </a:t>
            </a:r>
            <a:r>
              <a:rPr lang="en-GB" sz="2000" b="0" dirty="0">
                <a:solidFill>
                  <a:srgbClr val="6A9955"/>
                </a:solidFill>
                <a:effectLst/>
                <a:latin typeface="Consolas" panose="020B0609020204030204" pitchFamily="49" charset="0"/>
              </a:rPr>
              <a:t># Assign discovery time and low value</a:t>
            </a:r>
            <a:endParaRPr lang="en-GB" sz="2000" b="0" dirty="0">
              <a:solidFill>
                <a:srgbClr val="CCCCCC"/>
              </a:solidFill>
              <a:effectLst/>
              <a:latin typeface="Consolas" panose="020B0609020204030204" pitchFamily="49" charset="0"/>
            </a:endParaRPr>
          </a:p>
          <a:p>
            <a:pPr>
              <a:lnSpc>
                <a:spcPts val="1425"/>
              </a:lnSpc>
              <a:buNone/>
            </a:pPr>
            <a:r>
              <a:rPr lang="en-GB" sz="2000" b="0" dirty="0">
                <a:solidFill>
                  <a:srgbClr val="CCCCCC"/>
                </a:solidFill>
                <a:effectLst/>
                <a:latin typeface="Consolas" panose="020B0609020204030204" pitchFamily="49" charset="0"/>
              </a:rPr>
              <a:t>        </a:t>
            </a:r>
            <a:r>
              <a:rPr lang="en-GB" sz="2000" b="0" dirty="0">
                <a:solidFill>
                  <a:srgbClr val="9CDCFE"/>
                </a:solidFill>
                <a:effectLst/>
                <a:latin typeface="Consolas" panose="020B0609020204030204" pitchFamily="49" charset="0"/>
              </a:rPr>
              <a:t>disc</a:t>
            </a:r>
            <a:r>
              <a:rPr lang="en-GB" sz="2000" b="0" dirty="0">
                <a:solidFill>
                  <a:srgbClr val="CCCCCC"/>
                </a:solidFill>
                <a:effectLst/>
                <a:latin typeface="Consolas" panose="020B0609020204030204" pitchFamily="49" charset="0"/>
              </a:rPr>
              <a:t>[u] </a:t>
            </a:r>
            <a:r>
              <a:rPr lang="en-GB" sz="2000" b="0" dirty="0">
                <a:solidFill>
                  <a:srgbClr val="D4D4D4"/>
                </a:solidFill>
                <a:effectLst/>
                <a:latin typeface="Consolas" panose="020B0609020204030204" pitchFamily="49" charset="0"/>
              </a:rPr>
              <a:t>=</a:t>
            </a:r>
            <a:r>
              <a:rPr lang="en-GB" sz="2000" b="0" dirty="0">
                <a:solidFill>
                  <a:srgbClr val="CCCCCC"/>
                </a:solidFill>
                <a:effectLst/>
                <a:latin typeface="Consolas" panose="020B0609020204030204" pitchFamily="49" charset="0"/>
              </a:rPr>
              <a:t> </a:t>
            </a:r>
            <a:r>
              <a:rPr lang="en-GB" sz="2000" b="0" dirty="0">
                <a:solidFill>
                  <a:srgbClr val="9CDCFE"/>
                </a:solidFill>
                <a:effectLst/>
                <a:latin typeface="Consolas" panose="020B0609020204030204" pitchFamily="49" charset="0"/>
              </a:rPr>
              <a:t>low</a:t>
            </a:r>
            <a:r>
              <a:rPr lang="en-GB" sz="2000" b="0" dirty="0">
                <a:solidFill>
                  <a:srgbClr val="CCCCCC"/>
                </a:solidFill>
                <a:effectLst/>
                <a:latin typeface="Consolas" panose="020B0609020204030204" pitchFamily="49" charset="0"/>
              </a:rPr>
              <a:t>[u] </a:t>
            </a:r>
            <a:r>
              <a:rPr lang="en-GB" sz="2000" b="0" dirty="0">
                <a:solidFill>
                  <a:srgbClr val="D4D4D4"/>
                </a:solidFill>
                <a:effectLst/>
                <a:latin typeface="Consolas" panose="020B0609020204030204" pitchFamily="49" charset="0"/>
              </a:rPr>
              <a:t>=</a:t>
            </a:r>
            <a:r>
              <a:rPr lang="en-GB" sz="2000" b="0" dirty="0">
                <a:solidFill>
                  <a:srgbClr val="CCCCCC"/>
                </a:solidFill>
                <a:effectLst/>
                <a:latin typeface="Consolas" panose="020B0609020204030204" pitchFamily="49" charset="0"/>
              </a:rPr>
              <a:t> </a:t>
            </a:r>
            <a:r>
              <a:rPr lang="en-GB" sz="2000" b="0" dirty="0">
                <a:solidFill>
                  <a:srgbClr val="9CDCFE"/>
                </a:solidFill>
                <a:effectLst/>
                <a:latin typeface="Consolas" panose="020B0609020204030204" pitchFamily="49" charset="0"/>
              </a:rPr>
              <a:t>time</a:t>
            </a:r>
            <a:endParaRPr lang="en-GB" sz="2000" b="0" dirty="0">
              <a:solidFill>
                <a:srgbClr val="CCCCCC"/>
              </a:solidFill>
              <a:effectLst/>
              <a:latin typeface="Consolas" panose="020B0609020204030204" pitchFamily="49" charset="0"/>
            </a:endParaRPr>
          </a:p>
          <a:p>
            <a:pPr>
              <a:lnSpc>
                <a:spcPts val="1425"/>
              </a:lnSpc>
              <a:buNone/>
            </a:pPr>
            <a:r>
              <a:rPr lang="en-GB" sz="2000" b="0" dirty="0">
                <a:solidFill>
                  <a:srgbClr val="CCCCCC"/>
                </a:solidFill>
                <a:effectLst/>
                <a:latin typeface="Consolas" panose="020B0609020204030204" pitchFamily="49" charset="0"/>
              </a:rPr>
              <a:t>        </a:t>
            </a:r>
            <a:r>
              <a:rPr lang="en-GB" sz="2000" b="0" dirty="0">
                <a:solidFill>
                  <a:srgbClr val="9CDCFE"/>
                </a:solidFill>
                <a:effectLst/>
                <a:latin typeface="Consolas" panose="020B0609020204030204" pitchFamily="49" charset="0"/>
              </a:rPr>
              <a:t>time</a:t>
            </a:r>
            <a:r>
              <a:rPr lang="en-GB" sz="2000" b="0" dirty="0">
                <a:solidFill>
                  <a:srgbClr val="CCCCCC"/>
                </a:solidFill>
                <a:effectLst/>
                <a:latin typeface="Consolas" panose="020B0609020204030204" pitchFamily="49" charset="0"/>
              </a:rPr>
              <a:t> </a:t>
            </a:r>
            <a:r>
              <a:rPr lang="en-GB" sz="2000" b="0" dirty="0">
                <a:solidFill>
                  <a:srgbClr val="D4D4D4"/>
                </a:solidFill>
                <a:effectLst/>
                <a:latin typeface="Consolas" panose="020B0609020204030204" pitchFamily="49" charset="0"/>
              </a:rPr>
              <a:t>=</a:t>
            </a:r>
            <a:r>
              <a:rPr lang="en-GB" sz="2000" b="0" dirty="0">
                <a:solidFill>
                  <a:srgbClr val="CCCCCC"/>
                </a:solidFill>
                <a:effectLst/>
                <a:latin typeface="Consolas" panose="020B0609020204030204" pitchFamily="49" charset="0"/>
              </a:rPr>
              <a:t> </a:t>
            </a:r>
            <a:r>
              <a:rPr lang="en-GB" sz="2000" b="0" dirty="0">
                <a:solidFill>
                  <a:srgbClr val="9CDCFE"/>
                </a:solidFill>
                <a:effectLst/>
                <a:latin typeface="Consolas" panose="020B0609020204030204" pitchFamily="49" charset="0"/>
              </a:rPr>
              <a:t>time</a:t>
            </a:r>
            <a:r>
              <a:rPr lang="en-GB" sz="2000" b="0" dirty="0">
                <a:solidFill>
                  <a:srgbClr val="CCCCCC"/>
                </a:solidFill>
                <a:effectLst/>
                <a:latin typeface="Consolas" panose="020B0609020204030204" pitchFamily="49" charset="0"/>
              </a:rPr>
              <a:t> </a:t>
            </a:r>
            <a:r>
              <a:rPr lang="en-GB" sz="2000" b="0" dirty="0">
                <a:solidFill>
                  <a:srgbClr val="D4D4D4"/>
                </a:solidFill>
                <a:effectLst/>
                <a:latin typeface="Consolas" panose="020B0609020204030204" pitchFamily="49" charset="0"/>
              </a:rPr>
              <a:t>+</a:t>
            </a:r>
            <a:r>
              <a:rPr lang="en-GB" sz="2000" b="0" dirty="0">
                <a:solidFill>
                  <a:srgbClr val="CCCCCC"/>
                </a:solidFill>
                <a:effectLst/>
                <a:latin typeface="Consolas" panose="020B0609020204030204" pitchFamily="49" charset="0"/>
              </a:rPr>
              <a:t> </a:t>
            </a:r>
            <a:r>
              <a:rPr lang="en-GB" sz="2000" b="0" dirty="0">
                <a:solidFill>
                  <a:srgbClr val="B5CEA8"/>
                </a:solidFill>
                <a:effectLst/>
                <a:latin typeface="Consolas" panose="020B0609020204030204" pitchFamily="49" charset="0"/>
              </a:rPr>
              <a:t>1</a:t>
            </a:r>
            <a:endParaRPr lang="en-GB" sz="2000" b="0" dirty="0">
              <a:solidFill>
                <a:srgbClr val="CCCCCC"/>
              </a:solidFill>
              <a:effectLst/>
              <a:latin typeface="Consolas" panose="020B0609020204030204" pitchFamily="49" charset="0"/>
            </a:endParaRPr>
          </a:p>
          <a:p>
            <a:pPr>
              <a:lnSpc>
                <a:spcPts val="1425"/>
              </a:lnSpc>
              <a:buNone/>
            </a:pPr>
            <a:r>
              <a:rPr lang="en-GB" sz="2000" b="0" dirty="0">
                <a:solidFill>
                  <a:srgbClr val="CCCCCC"/>
                </a:solidFill>
                <a:effectLst/>
                <a:latin typeface="Consolas" panose="020B0609020204030204" pitchFamily="49" charset="0"/>
              </a:rPr>
              <a:t>        </a:t>
            </a:r>
            <a:r>
              <a:rPr lang="en-GB" sz="2000" b="0" dirty="0" err="1">
                <a:solidFill>
                  <a:srgbClr val="9CDCFE"/>
                </a:solidFill>
                <a:effectLst/>
                <a:latin typeface="Consolas" panose="020B0609020204030204" pitchFamily="49" charset="0"/>
              </a:rPr>
              <a:t>visited</a:t>
            </a:r>
            <a:r>
              <a:rPr lang="en-GB" sz="2000" b="0" dirty="0" err="1">
                <a:solidFill>
                  <a:srgbClr val="CCCCCC"/>
                </a:solidFill>
                <a:effectLst/>
                <a:latin typeface="Consolas" panose="020B0609020204030204" pitchFamily="49" charset="0"/>
              </a:rPr>
              <a:t>.</a:t>
            </a:r>
            <a:r>
              <a:rPr lang="en-GB" sz="2000" b="0" dirty="0" err="1">
                <a:solidFill>
                  <a:srgbClr val="DCDCAA"/>
                </a:solidFill>
                <a:effectLst/>
                <a:latin typeface="Consolas" panose="020B0609020204030204" pitchFamily="49" charset="0"/>
              </a:rPr>
              <a:t>add</a:t>
            </a:r>
            <a:r>
              <a:rPr lang="en-GB" sz="2000" b="0" dirty="0">
                <a:solidFill>
                  <a:srgbClr val="CCCCCC"/>
                </a:solidFill>
                <a:effectLst/>
                <a:latin typeface="Consolas" panose="020B0609020204030204" pitchFamily="49" charset="0"/>
              </a:rPr>
              <a:t>(u)</a:t>
            </a:r>
          </a:p>
          <a:p>
            <a:pPr>
              <a:lnSpc>
                <a:spcPts val="1425"/>
              </a:lnSpc>
              <a:buNone/>
            </a:pPr>
            <a:br>
              <a:rPr lang="en-GB" sz="2000" b="0" dirty="0">
                <a:solidFill>
                  <a:srgbClr val="CCCCCC"/>
                </a:solidFill>
                <a:effectLst/>
                <a:latin typeface="Consolas" panose="020B0609020204030204" pitchFamily="49" charset="0"/>
              </a:rPr>
            </a:br>
            <a:r>
              <a:rPr lang="en-GB" sz="2000" b="0" dirty="0">
                <a:solidFill>
                  <a:srgbClr val="CCCCCC"/>
                </a:solidFill>
                <a:effectLst/>
                <a:latin typeface="Consolas" panose="020B0609020204030204" pitchFamily="49" charset="0"/>
              </a:rPr>
              <a:t>        </a:t>
            </a:r>
            <a:r>
              <a:rPr lang="en-GB" sz="2000" b="0" dirty="0">
                <a:solidFill>
                  <a:srgbClr val="C586C0"/>
                </a:solidFill>
                <a:effectLst/>
                <a:latin typeface="Consolas" panose="020B0609020204030204" pitchFamily="49" charset="0"/>
              </a:rPr>
              <a:t>for</a:t>
            </a:r>
            <a:r>
              <a:rPr lang="en-GB" sz="2000" b="0" dirty="0">
                <a:solidFill>
                  <a:srgbClr val="CCCCCC"/>
                </a:solidFill>
                <a:effectLst/>
                <a:latin typeface="Consolas" panose="020B0609020204030204" pitchFamily="49" charset="0"/>
              </a:rPr>
              <a:t> </a:t>
            </a:r>
            <a:r>
              <a:rPr lang="en-GB" sz="2000" b="0" dirty="0">
                <a:solidFill>
                  <a:srgbClr val="9CDCFE"/>
                </a:solidFill>
                <a:effectLst/>
                <a:latin typeface="Consolas" panose="020B0609020204030204" pitchFamily="49" charset="0"/>
              </a:rPr>
              <a:t>each</a:t>
            </a:r>
            <a:r>
              <a:rPr lang="en-GB" sz="2000" b="0" dirty="0">
                <a:solidFill>
                  <a:srgbClr val="CCCCCC"/>
                </a:solidFill>
                <a:effectLst/>
                <a:latin typeface="Consolas" panose="020B0609020204030204" pitchFamily="49" charset="0"/>
              </a:rPr>
              <a:t> v </a:t>
            </a:r>
            <a:r>
              <a:rPr lang="en-GB" sz="2000" b="0" dirty="0">
                <a:solidFill>
                  <a:srgbClr val="C586C0"/>
                </a:solidFill>
                <a:effectLst/>
                <a:latin typeface="Consolas" panose="020B0609020204030204" pitchFamily="49" charset="0"/>
              </a:rPr>
              <a:t>in</a:t>
            </a:r>
            <a:r>
              <a:rPr lang="en-GB" sz="2000" b="0" dirty="0">
                <a:solidFill>
                  <a:srgbClr val="CCCCCC"/>
                </a:solidFill>
                <a:effectLst/>
                <a:latin typeface="Consolas" panose="020B0609020204030204" pitchFamily="49" charset="0"/>
              </a:rPr>
              <a:t> graph[u]:  </a:t>
            </a:r>
            <a:br>
              <a:rPr lang="en-GB" sz="2000" b="0" dirty="0">
                <a:solidFill>
                  <a:srgbClr val="CCCCCC"/>
                </a:solidFill>
                <a:effectLst/>
                <a:latin typeface="Consolas" panose="020B0609020204030204" pitchFamily="49" charset="0"/>
              </a:rPr>
            </a:br>
            <a:r>
              <a:rPr lang="en-GB" sz="2000" b="0" dirty="0">
                <a:solidFill>
                  <a:srgbClr val="CCCCCC"/>
                </a:solidFill>
                <a:effectLst/>
                <a:latin typeface="Consolas" panose="020B0609020204030204" pitchFamily="49" charset="0"/>
              </a:rPr>
              <a:t>            </a:t>
            </a:r>
            <a:r>
              <a:rPr lang="en-GB" sz="2000" b="0" dirty="0">
                <a:solidFill>
                  <a:srgbClr val="C586C0"/>
                </a:solidFill>
                <a:effectLst/>
                <a:latin typeface="Consolas" panose="020B0609020204030204" pitchFamily="49" charset="0"/>
              </a:rPr>
              <a:t>if</a:t>
            </a:r>
            <a:r>
              <a:rPr lang="en-GB" sz="2000" b="0" dirty="0">
                <a:solidFill>
                  <a:srgbClr val="CCCCCC"/>
                </a:solidFill>
                <a:effectLst/>
                <a:latin typeface="Consolas" panose="020B0609020204030204" pitchFamily="49" charset="0"/>
              </a:rPr>
              <a:t> </a:t>
            </a:r>
            <a:r>
              <a:rPr lang="en-GB" sz="2000" b="0" dirty="0">
                <a:solidFill>
                  <a:srgbClr val="9CDCFE"/>
                </a:solidFill>
                <a:effectLst/>
                <a:latin typeface="Consolas" panose="020B0609020204030204" pitchFamily="49" charset="0"/>
              </a:rPr>
              <a:t>disc</a:t>
            </a:r>
            <a:r>
              <a:rPr lang="en-GB" sz="2000" b="0" dirty="0">
                <a:solidFill>
                  <a:srgbClr val="CCCCCC"/>
                </a:solidFill>
                <a:effectLst/>
                <a:latin typeface="Consolas" panose="020B0609020204030204" pitchFamily="49" charset="0"/>
              </a:rPr>
              <a:t>[v] </a:t>
            </a:r>
            <a:r>
              <a:rPr lang="en-GB" sz="2000" b="0" dirty="0">
                <a:solidFill>
                  <a:srgbClr val="D4D4D4"/>
                </a:solidFill>
                <a:effectLst/>
                <a:latin typeface="Consolas" panose="020B0609020204030204" pitchFamily="49" charset="0"/>
              </a:rPr>
              <a:t>==</a:t>
            </a:r>
            <a:r>
              <a:rPr lang="en-GB" sz="2000" b="0" dirty="0">
                <a:solidFill>
                  <a:srgbClr val="CCCCCC"/>
                </a:solidFill>
                <a:effectLst/>
                <a:latin typeface="Consolas" panose="020B0609020204030204" pitchFamily="49" charset="0"/>
              </a:rPr>
              <a:t> </a:t>
            </a:r>
            <a:r>
              <a:rPr lang="en-GB" sz="2000" b="0" dirty="0">
                <a:solidFill>
                  <a:srgbClr val="D4D4D4"/>
                </a:solidFill>
                <a:effectLst/>
                <a:latin typeface="Consolas" panose="020B0609020204030204" pitchFamily="49" charset="0"/>
              </a:rPr>
              <a:t>-</a:t>
            </a:r>
            <a:r>
              <a:rPr lang="en-GB" sz="2000" b="0" dirty="0">
                <a:solidFill>
                  <a:srgbClr val="B5CEA8"/>
                </a:solidFill>
                <a:effectLst/>
                <a:latin typeface="Consolas" panose="020B0609020204030204" pitchFamily="49" charset="0"/>
              </a:rPr>
              <a:t>1</a:t>
            </a:r>
            <a:r>
              <a:rPr lang="en-GB" sz="2000" b="0" dirty="0">
                <a:solidFill>
                  <a:srgbClr val="CCCCCC"/>
                </a:solidFill>
                <a:effectLst/>
                <a:latin typeface="Consolas" panose="020B0609020204030204" pitchFamily="49" charset="0"/>
              </a:rPr>
              <a:t>:  </a:t>
            </a:r>
            <a:r>
              <a:rPr lang="en-GB" sz="2000" b="0" dirty="0">
                <a:solidFill>
                  <a:srgbClr val="6A9955"/>
                </a:solidFill>
                <a:effectLst/>
                <a:latin typeface="Consolas" panose="020B0609020204030204" pitchFamily="49" charset="0"/>
              </a:rPr>
              <a:t># If v is unvisited</a:t>
            </a:r>
            <a:endParaRPr lang="en-GB" sz="2000" b="0" dirty="0">
              <a:solidFill>
                <a:srgbClr val="CCCCCC"/>
              </a:solidFill>
              <a:effectLst/>
              <a:latin typeface="Consolas" panose="020B0609020204030204" pitchFamily="49" charset="0"/>
            </a:endParaRPr>
          </a:p>
          <a:p>
            <a:pPr>
              <a:lnSpc>
                <a:spcPts val="1425"/>
              </a:lnSpc>
              <a:buNone/>
            </a:pPr>
            <a:r>
              <a:rPr lang="en-GB" sz="2000" b="0" dirty="0">
                <a:solidFill>
                  <a:srgbClr val="CCCCCC"/>
                </a:solidFill>
                <a:effectLst/>
                <a:latin typeface="Consolas" panose="020B0609020204030204" pitchFamily="49" charset="0"/>
              </a:rPr>
              <a:t>                DFS(graph, v, u)</a:t>
            </a:r>
          </a:p>
          <a:p>
            <a:pPr>
              <a:lnSpc>
                <a:spcPts val="1425"/>
              </a:lnSpc>
              <a:buNone/>
            </a:pPr>
            <a:br>
              <a:rPr lang="en-GB" sz="2000" b="0" dirty="0">
                <a:solidFill>
                  <a:srgbClr val="CCCCCC"/>
                </a:solidFill>
                <a:effectLst/>
                <a:latin typeface="Consolas" panose="020B0609020204030204" pitchFamily="49" charset="0"/>
              </a:rPr>
            </a:br>
            <a:r>
              <a:rPr lang="en-GB" sz="2000" b="0" dirty="0">
                <a:solidFill>
                  <a:srgbClr val="CCCCCC"/>
                </a:solidFill>
                <a:effectLst/>
                <a:latin typeface="Consolas" panose="020B0609020204030204" pitchFamily="49" charset="0"/>
              </a:rPr>
              <a:t>            </a:t>
            </a:r>
            <a:r>
              <a:rPr lang="en-GB" sz="2000" b="0" dirty="0">
                <a:solidFill>
                  <a:srgbClr val="6A9955"/>
                </a:solidFill>
                <a:effectLst/>
                <a:latin typeface="Consolas" panose="020B0609020204030204" pitchFamily="49" charset="0"/>
              </a:rPr>
              <a:t># Update low[u] based on subtree</a:t>
            </a:r>
            <a:endParaRPr lang="en-GB" sz="2000" b="0" dirty="0">
              <a:solidFill>
                <a:srgbClr val="CCCCCC"/>
              </a:solidFill>
              <a:effectLst/>
              <a:latin typeface="Consolas" panose="020B0609020204030204" pitchFamily="49" charset="0"/>
            </a:endParaRPr>
          </a:p>
          <a:p>
            <a:pPr>
              <a:lnSpc>
                <a:spcPts val="1425"/>
              </a:lnSpc>
              <a:buNone/>
            </a:pPr>
            <a:r>
              <a:rPr lang="en-GB" sz="2000" b="0" dirty="0">
                <a:solidFill>
                  <a:srgbClr val="CCCCCC"/>
                </a:solidFill>
                <a:effectLst/>
                <a:latin typeface="Consolas" panose="020B0609020204030204" pitchFamily="49" charset="0"/>
              </a:rPr>
              <a:t>                </a:t>
            </a:r>
            <a:r>
              <a:rPr lang="en-GB" sz="2000" b="0" dirty="0">
                <a:solidFill>
                  <a:srgbClr val="9CDCFE"/>
                </a:solidFill>
                <a:effectLst/>
                <a:latin typeface="Consolas" panose="020B0609020204030204" pitchFamily="49" charset="0"/>
              </a:rPr>
              <a:t>low</a:t>
            </a:r>
            <a:r>
              <a:rPr lang="en-GB" sz="2000" b="0" dirty="0">
                <a:solidFill>
                  <a:srgbClr val="CCCCCC"/>
                </a:solidFill>
                <a:effectLst/>
                <a:latin typeface="Consolas" panose="020B0609020204030204" pitchFamily="49" charset="0"/>
              </a:rPr>
              <a:t>[u] </a:t>
            </a:r>
            <a:r>
              <a:rPr lang="en-GB" sz="2000" b="0" dirty="0">
                <a:solidFill>
                  <a:srgbClr val="D4D4D4"/>
                </a:solidFill>
                <a:effectLst/>
                <a:latin typeface="Consolas" panose="020B0609020204030204" pitchFamily="49" charset="0"/>
              </a:rPr>
              <a:t>=</a:t>
            </a:r>
            <a:r>
              <a:rPr lang="en-GB" sz="2000" b="0" dirty="0">
                <a:solidFill>
                  <a:srgbClr val="CCCCCC"/>
                </a:solidFill>
                <a:effectLst/>
                <a:latin typeface="Consolas" panose="020B0609020204030204" pitchFamily="49" charset="0"/>
              </a:rPr>
              <a:t> </a:t>
            </a:r>
            <a:r>
              <a:rPr lang="en-GB" sz="2000" b="0" dirty="0">
                <a:solidFill>
                  <a:srgbClr val="DCDCAA"/>
                </a:solidFill>
                <a:effectLst/>
                <a:latin typeface="Consolas" panose="020B0609020204030204" pitchFamily="49" charset="0"/>
              </a:rPr>
              <a:t>min</a:t>
            </a:r>
            <a:r>
              <a:rPr lang="en-GB" sz="2000" b="0" dirty="0">
                <a:solidFill>
                  <a:srgbClr val="CCCCCC"/>
                </a:solidFill>
                <a:effectLst/>
                <a:latin typeface="Consolas" panose="020B0609020204030204" pitchFamily="49" charset="0"/>
              </a:rPr>
              <a:t>(</a:t>
            </a:r>
            <a:r>
              <a:rPr lang="en-GB" sz="2000" b="0" dirty="0">
                <a:solidFill>
                  <a:srgbClr val="9CDCFE"/>
                </a:solidFill>
                <a:effectLst/>
                <a:latin typeface="Consolas" panose="020B0609020204030204" pitchFamily="49" charset="0"/>
              </a:rPr>
              <a:t>low</a:t>
            </a:r>
            <a:r>
              <a:rPr lang="en-GB" sz="2000" b="0" dirty="0">
                <a:solidFill>
                  <a:srgbClr val="CCCCCC"/>
                </a:solidFill>
                <a:effectLst/>
                <a:latin typeface="Consolas" panose="020B0609020204030204" pitchFamily="49" charset="0"/>
              </a:rPr>
              <a:t>[u], </a:t>
            </a:r>
            <a:r>
              <a:rPr lang="en-GB" sz="2000" b="0" dirty="0">
                <a:solidFill>
                  <a:srgbClr val="9CDCFE"/>
                </a:solidFill>
                <a:effectLst/>
                <a:latin typeface="Consolas" panose="020B0609020204030204" pitchFamily="49" charset="0"/>
              </a:rPr>
              <a:t>low</a:t>
            </a:r>
            <a:r>
              <a:rPr lang="en-GB" sz="2000" b="0" dirty="0">
                <a:solidFill>
                  <a:srgbClr val="CCCCCC"/>
                </a:solidFill>
                <a:effectLst/>
                <a:latin typeface="Consolas" panose="020B0609020204030204" pitchFamily="49" charset="0"/>
              </a:rPr>
              <a:t>[v])</a:t>
            </a:r>
          </a:p>
          <a:p>
            <a:pPr>
              <a:lnSpc>
                <a:spcPts val="1425"/>
              </a:lnSpc>
              <a:buNone/>
            </a:pPr>
            <a:br>
              <a:rPr lang="en-GB" sz="2000" b="0" dirty="0">
                <a:solidFill>
                  <a:srgbClr val="CCCCCC"/>
                </a:solidFill>
                <a:effectLst/>
                <a:latin typeface="Consolas" panose="020B0609020204030204" pitchFamily="49" charset="0"/>
              </a:rPr>
            </a:br>
            <a:r>
              <a:rPr lang="en-GB" sz="2000" b="0" dirty="0">
                <a:solidFill>
                  <a:srgbClr val="CCCCCC"/>
                </a:solidFill>
                <a:effectLst/>
                <a:latin typeface="Consolas" panose="020B0609020204030204" pitchFamily="49" charset="0"/>
              </a:rPr>
              <a:t>            </a:t>
            </a:r>
            <a:r>
              <a:rPr lang="en-GB" sz="2000" b="0" dirty="0">
                <a:solidFill>
                  <a:srgbClr val="6A9955"/>
                </a:solidFill>
                <a:effectLst/>
                <a:latin typeface="Consolas" panose="020B0609020204030204" pitchFamily="49" charset="0"/>
              </a:rPr>
              <a:t># If low[v] &gt; disc[u], edge (u, v) is a bridge</a:t>
            </a:r>
            <a:endParaRPr lang="en-GB" sz="2000" b="0" dirty="0">
              <a:solidFill>
                <a:srgbClr val="CCCCCC"/>
              </a:solidFill>
              <a:effectLst/>
              <a:latin typeface="Consolas" panose="020B0609020204030204" pitchFamily="49" charset="0"/>
            </a:endParaRPr>
          </a:p>
          <a:p>
            <a:pPr>
              <a:lnSpc>
                <a:spcPts val="1425"/>
              </a:lnSpc>
              <a:buNone/>
            </a:pPr>
            <a:r>
              <a:rPr lang="en-GB" sz="2000" b="0" dirty="0">
                <a:solidFill>
                  <a:srgbClr val="CCCCCC"/>
                </a:solidFill>
                <a:effectLst/>
                <a:latin typeface="Consolas" panose="020B0609020204030204" pitchFamily="49" charset="0"/>
              </a:rPr>
              <a:t>                </a:t>
            </a:r>
            <a:r>
              <a:rPr lang="en-GB" sz="2000" b="0" dirty="0">
                <a:solidFill>
                  <a:srgbClr val="C586C0"/>
                </a:solidFill>
                <a:effectLst/>
                <a:latin typeface="Consolas" panose="020B0609020204030204" pitchFamily="49" charset="0"/>
              </a:rPr>
              <a:t>if</a:t>
            </a:r>
            <a:r>
              <a:rPr lang="en-GB" sz="2000" b="0" dirty="0">
                <a:solidFill>
                  <a:srgbClr val="CCCCCC"/>
                </a:solidFill>
                <a:effectLst/>
                <a:latin typeface="Consolas" panose="020B0609020204030204" pitchFamily="49" charset="0"/>
              </a:rPr>
              <a:t> </a:t>
            </a:r>
            <a:r>
              <a:rPr lang="en-GB" sz="2000" b="0" dirty="0">
                <a:solidFill>
                  <a:srgbClr val="9CDCFE"/>
                </a:solidFill>
                <a:effectLst/>
                <a:latin typeface="Consolas" panose="020B0609020204030204" pitchFamily="49" charset="0"/>
              </a:rPr>
              <a:t>low</a:t>
            </a:r>
            <a:r>
              <a:rPr lang="en-GB" sz="2000" b="0" dirty="0">
                <a:solidFill>
                  <a:srgbClr val="CCCCCC"/>
                </a:solidFill>
                <a:effectLst/>
                <a:latin typeface="Consolas" panose="020B0609020204030204" pitchFamily="49" charset="0"/>
              </a:rPr>
              <a:t>[v] </a:t>
            </a:r>
            <a:r>
              <a:rPr lang="en-GB" sz="2000" b="0" dirty="0">
                <a:solidFill>
                  <a:srgbClr val="D4D4D4"/>
                </a:solidFill>
                <a:effectLst/>
                <a:latin typeface="Consolas" panose="020B0609020204030204" pitchFamily="49" charset="0"/>
              </a:rPr>
              <a:t>&gt;</a:t>
            </a:r>
            <a:r>
              <a:rPr lang="en-GB" sz="2000" b="0" dirty="0">
                <a:solidFill>
                  <a:srgbClr val="CCCCCC"/>
                </a:solidFill>
                <a:effectLst/>
                <a:latin typeface="Consolas" panose="020B0609020204030204" pitchFamily="49" charset="0"/>
              </a:rPr>
              <a:t> </a:t>
            </a:r>
            <a:r>
              <a:rPr lang="en-GB" sz="2000" b="0" dirty="0">
                <a:solidFill>
                  <a:srgbClr val="9CDCFE"/>
                </a:solidFill>
                <a:effectLst/>
                <a:latin typeface="Consolas" panose="020B0609020204030204" pitchFamily="49" charset="0"/>
              </a:rPr>
              <a:t>disc</a:t>
            </a:r>
            <a:r>
              <a:rPr lang="en-GB" sz="2000" b="0" dirty="0">
                <a:solidFill>
                  <a:srgbClr val="CCCCCC"/>
                </a:solidFill>
                <a:effectLst/>
                <a:latin typeface="Consolas" panose="020B0609020204030204" pitchFamily="49" charset="0"/>
              </a:rPr>
              <a:t>[u]:</a:t>
            </a:r>
          </a:p>
          <a:p>
            <a:pPr>
              <a:lnSpc>
                <a:spcPts val="1425"/>
              </a:lnSpc>
              <a:buNone/>
            </a:pPr>
            <a:r>
              <a:rPr lang="en-GB" sz="2000" b="0" dirty="0">
                <a:solidFill>
                  <a:srgbClr val="CCCCCC"/>
                </a:solidFill>
                <a:effectLst/>
                <a:latin typeface="Consolas" panose="020B0609020204030204" pitchFamily="49" charset="0"/>
              </a:rPr>
              <a:t>                    </a:t>
            </a:r>
            <a:r>
              <a:rPr lang="en-GB" sz="2000" b="0" dirty="0" err="1">
                <a:solidFill>
                  <a:srgbClr val="9CDCFE"/>
                </a:solidFill>
                <a:effectLst/>
                <a:latin typeface="Consolas" panose="020B0609020204030204" pitchFamily="49" charset="0"/>
              </a:rPr>
              <a:t>bridges</a:t>
            </a:r>
            <a:r>
              <a:rPr lang="en-GB" sz="2000" b="0" dirty="0" err="1">
                <a:solidFill>
                  <a:srgbClr val="CCCCCC"/>
                </a:solidFill>
                <a:effectLst/>
                <a:latin typeface="Consolas" panose="020B0609020204030204" pitchFamily="49" charset="0"/>
              </a:rPr>
              <a:t>.</a:t>
            </a:r>
            <a:r>
              <a:rPr lang="en-GB" sz="2000" b="0" dirty="0" err="1">
                <a:solidFill>
                  <a:srgbClr val="DCDCAA"/>
                </a:solidFill>
                <a:effectLst/>
                <a:latin typeface="Consolas" panose="020B0609020204030204" pitchFamily="49" charset="0"/>
              </a:rPr>
              <a:t>append</a:t>
            </a:r>
            <a:r>
              <a:rPr lang="en-GB" sz="2000" b="0" dirty="0">
                <a:solidFill>
                  <a:srgbClr val="CCCCCC"/>
                </a:solidFill>
                <a:effectLst/>
                <a:latin typeface="Consolas" panose="020B0609020204030204" pitchFamily="49" charset="0"/>
              </a:rPr>
              <a:t>((</a:t>
            </a:r>
            <a:r>
              <a:rPr lang="en-GB" sz="2000" b="0" dirty="0">
                <a:solidFill>
                  <a:srgbClr val="DCDCAA"/>
                </a:solidFill>
                <a:effectLst/>
                <a:latin typeface="Consolas" panose="020B0609020204030204" pitchFamily="49" charset="0"/>
              </a:rPr>
              <a:t>min</a:t>
            </a:r>
            <a:r>
              <a:rPr lang="en-GB" sz="2000" b="0" dirty="0">
                <a:solidFill>
                  <a:srgbClr val="CCCCCC"/>
                </a:solidFill>
                <a:effectLst/>
                <a:latin typeface="Consolas" panose="020B0609020204030204" pitchFamily="49" charset="0"/>
              </a:rPr>
              <a:t>(u, v), </a:t>
            </a:r>
            <a:r>
              <a:rPr lang="en-GB" sz="2000" b="0" dirty="0">
                <a:solidFill>
                  <a:srgbClr val="DCDCAA"/>
                </a:solidFill>
                <a:effectLst/>
                <a:latin typeface="Consolas" panose="020B0609020204030204" pitchFamily="49" charset="0"/>
              </a:rPr>
              <a:t>max</a:t>
            </a:r>
            <a:r>
              <a:rPr lang="en-GB" sz="2000" b="0" dirty="0">
                <a:solidFill>
                  <a:srgbClr val="CCCCCC"/>
                </a:solidFill>
                <a:effectLst/>
                <a:latin typeface="Consolas" panose="020B0609020204030204" pitchFamily="49" charset="0"/>
              </a:rPr>
              <a:t>(u, v)))</a:t>
            </a:r>
          </a:p>
          <a:p>
            <a:pPr>
              <a:lnSpc>
                <a:spcPts val="1425"/>
              </a:lnSpc>
              <a:buNone/>
            </a:pPr>
            <a:br>
              <a:rPr lang="en-GB" sz="2000" b="0" dirty="0">
                <a:solidFill>
                  <a:srgbClr val="CCCCCC"/>
                </a:solidFill>
                <a:effectLst/>
                <a:latin typeface="Consolas" panose="020B0609020204030204" pitchFamily="49" charset="0"/>
              </a:rPr>
            </a:br>
            <a:r>
              <a:rPr lang="en-GB" sz="2000" b="0" dirty="0">
                <a:solidFill>
                  <a:srgbClr val="CCCCCC"/>
                </a:solidFill>
                <a:effectLst/>
                <a:latin typeface="Consolas" panose="020B0609020204030204" pitchFamily="49" charset="0"/>
              </a:rPr>
              <a:t>            </a:t>
            </a:r>
            <a:r>
              <a:rPr lang="en-GB" sz="2000" b="0" dirty="0" err="1">
                <a:solidFill>
                  <a:srgbClr val="C586C0"/>
                </a:solidFill>
                <a:effectLst/>
                <a:latin typeface="Consolas" panose="020B0609020204030204" pitchFamily="49" charset="0"/>
              </a:rPr>
              <a:t>elif</a:t>
            </a:r>
            <a:r>
              <a:rPr lang="en-GB" sz="2000" b="0" dirty="0">
                <a:solidFill>
                  <a:srgbClr val="CCCCCC"/>
                </a:solidFill>
                <a:effectLst/>
                <a:latin typeface="Consolas" panose="020B0609020204030204" pitchFamily="49" charset="0"/>
              </a:rPr>
              <a:t> v </a:t>
            </a:r>
            <a:r>
              <a:rPr lang="en-GB" sz="2000" b="0" dirty="0">
                <a:solidFill>
                  <a:srgbClr val="D4D4D4"/>
                </a:solidFill>
                <a:effectLst/>
                <a:latin typeface="Consolas" panose="020B0609020204030204" pitchFamily="49" charset="0"/>
              </a:rPr>
              <a:t>!=</a:t>
            </a:r>
            <a:r>
              <a:rPr lang="en-GB" sz="2000" b="0" dirty="0">
                <a:solidFill>
                  <a:srgbClr val="CCCCCC"/>
                </a:solidFill>
                <a:effectLst/>
                <a:latin typeface="Consolas" panose="020B0609020204030204" pitchFamily="49" charset="0"/>
              </a:rPr>
              <a:t> parent:  </a:t>
            </a:r>
            <a:r>
              <a:rPr lang="en-GB" sz="2000" b="0" dirty="0">
                <a:solidFill>
                  <a:srgbClr val="6A9955"/>
                </a:solidFill>
                <a:effectLst/>
                <a:latin typeface="Consolas" panose="020B0609020204030204" pitchFamily="49" charset="0"/>
              </a:rPr>
              <a:t># If v is visited and is not parent</a:t>
            </a:r>
            <a:endParaRPr lang="en-GB" sz="2000" b="0" dirty="0">
              <a:solidFill>
                <a:srgbClr val="CCCCCC"/>
              </a:solidFill>
              <a:effectLst/>
              <a:latin typeface="Consolas" panose="020B0609020204030204" pitchFamily="49" charset="0"/>
            </a:endParaRPr>
          </a:p>
          <a:p>
            <a:pPr>
              <a:lnSpc>
                <a:spcPts val="1425"/>
              </a:lnSpc>
              <a:buNone/>
            </a:pPr>
            <a:r>
              <a:rPr lang="en-GB" sz="2000" b="0" dirty="0">
                <a:solidFill>
                  <a:srgbClr val="CCCCCC"/>
                </a:solidFill>
                <a:effectLst/>
                <a:latin typeface="Consolas" panose="020B0609020204030204" pitchFamily="49" charset="0"/>
              </a:rPr>
              <a:t>                </a:t>
            </a:r>
            <a:r>
              <a:rPr lang="en-GB" sz="2000" b="0" dirty="0">
                <a:solidFill>
                  <a:srgbClr val="9CDCFE"/>
                </a:solidFill>
                <a:effectLst/>
                <a:latin typeface="Consolas" panose="020B0609020204030204" pitchFamily="49" charset="0"/>
              </a:rPr>
              <a:t>low</a:t>
            </a:r>
            <a:r>
              <a:rPr lang="en-GB" sz="2000" b="0" dirty="0">
                <a:solidFill>
                  <a:srgbClr val="CCCCCC"/>
                </a:solidFill>
                <a:effectLst/>
                <a:latin typeface="Consolas" panose="020B0609020204030204" pitchFamily="49" charset="0"/>
              </a:rPr>
              <a:t>[u] </a:t>
            </a:r>
            <a:r>
              <a:rPr lang="en-GB" sz="2000" b="0" dirty="0">
                <a:solidFill>
                  <a:srgbClr val="D4D4D4"/>
                </a:solidFill>
                <a:effectLst/>
                <a:latin typeface="Consolas" panose="020B0609020204030204" pitchFamily="49" charset="0"/>
              </a:rPr>
              <a:t>=</a:t>
            </a:r>
            <a:r>
              <a:rPr lang="en-GB" sz="2000" b="0" dirty="0">
                <a:solidFill>
                  <a:srgbClr val="CCCCCC"/>
                </a:solidFill>
                <a:effectLst/>
                <a:latin typeface="Consolas" panose="020B0609020204030204" pitchFamily="49" charset="0"/>
              </a:rPr>
              <a:t> </a:t>
            </a:r>
            <a:r>
              <a:rPr lang="en-GB" sz="2000" b="0" dirty="0">
                <a:solidFill>
                  <a:srgbClr val="DCDCAA"/>
                </a:solidFill>
                <a:effectLst/>
                <a:latin typeface="Consolas" panose="020B0609020204030204" pitchFamily="49" charset="0"/>
              </a:rPr>
              <a:t>min</a:t>
            </a:r>
            <a:r>
              <a:rPr lang="en-GB" sz="2000" b="0" dirty="0">
                <a:solidFill>
                  <a:srgbClr val="CCCCCC"/>
                </a:solidFill>
                <a:effectLst/>
                <a:latin typeface="Consolas" panose="020B0609020204030204" pitchFamily="49" charset="0"/>
              </a:rPr>
              <a:t>(</a:t>
            </a:r>
            <a:r>
              <a:rPr lang="en-GB" sz="2000" b="0" dirty="0">
                <a:solidFill>
                  <a:srgbClr val="9CDCFE"/>
                </a:solidFill>
                <a:effectLst/>
                <a:latin typeface="Consolas" panose="020B0609020204030204" pitchFamily="49" charset="0"/>
              </a:rPr>
              <a:t>low</a:t>
            </a:r>
            <a:r>
              <a:rPr lang="en-GB" sz="2000" b="0" dirty="0">
                <a:solidFill>
                  <a:srgbClr val="CCCCCC"/>
                </a:solidFill>
                <a:effectLst/>
                <a:latin typeface="Consolas" panose="020B0609020204030204" pitchFamily="49" charset="0"/>
              </a:rPr>
              <a:t>[u], </a:t>
            </a:r>
            <a:r>
              <a:rPr lang="en-GB" sz="2000" b="0" dirty="0">
                <a:solidFill>
                  <a:srgbClr val="9CDCFE"/>
                </a:solidFill>
                <a:effectLst/>
                <a:latin typeface="Consolas" panose="020B0609020204030204" pitchFamily="49" charset="0"/>
              </a:rPr>
              <a:t>disc</a:t>
            </a:r>
            <a:r>
              <a:rPr lang="en-GB" sz="2000" b="0" dirty="0">
                <a:solidFill>
                  <a:srgbClr val="CCCCCC"/>
                </a:solidFill>
                <a:effectLst/>
                <a:latin typeface="Consolas" panose="020B0609020204030204" pitchFamily="49" charset="0"/>
              </a:rPr>
              <a:t>[v])  </a:t>
            </a:r>
            <a:r>
              <a:rPr lang="en-GB" sz="2000" b="0" dirty="0">
                <a:solidFill>
                  <a:srgbClr val="6A9955"/>
                </a:solidFill>
                <a:effectLst/>
                <a:latin typeface="Consolas" panose="020B0609020204030204" pitchFamily="49" charset="0"/>
              </a:rPr>
              <a:t># Update low value for back edge</a:t>
            </a:r>
            <a:endParaRPr lang="en-GB" sz="2000" b="0" dirty="0">
              <a:solidFill>
                <a:srgbClr val="CCCCCC"/>
              </a:solidFill>
              <a:effectLst/>
              <a:latin typeface="Consolas" panose="020B0609020204030204" pitchFamily="49" charset="0"/>
            </a:endParaRPr>
          </a:p>
          <a:p>
            <a:pPr>
              <a:lnSpc>
                <a:spcPts val="1425"/>
              </a:lnSpc>
              <a:buNone/>
            </a:pPr>
            <a:r>
              <a:rPr lang="en-GB" sz="6000" b="0" dirty="0">
                <a:solidFill>
                  <a:srgbClr val="CCCCCC"/>
                </a:solidFill>
                <a:effectLst/>
                <a:latin typeface="Consolas" panose="020B0609020204030204" pitchFamily="49" charset="0"/>
              </a:rPr>
              <a:t>	</a:t>
            </a:r>
          </a:p>
          <a:p>
            <a:pPr>
              <a:lnSpc>
                <a:spcPts val="1425"/>
              </a:lnSpc>
              <a:buNone/>
            </a:pPr>
            <a:r>
              <a:rPr lang="en-GB" sz="6000" dirty="0">
                <a:solidFill>
                  <a:srgbClr val="CCCCCC"/>
                </a:solidFill>
                <a:latin typeface="Consolas" panose="020B0609020204030204" pitchFamily="49" charset="0"/>
              </a:rPr>
              <a:t>	</a:t>
            </a:r>
            <a:r>
              <a:rPr lang="en-GB" sz="2000" b="0" dirty="0">
                <a:solidFill>
                  <a:srgbClr val="C586C0"/>
                </a:solidFill>
                <a:effectLst/>
                <a:latin typeface="Consolas" panose="020B0609020204030204" pitchFamily="49" charset="0"/>
              </a:rPr>
              <a:t>for</a:t>
            </a:r>
            <a:r>
              <a:rPr lang="en-GB" sz="2000" b="0" dirty="0">
                <a:solidFill>
                  <a:srgbClr val="CCCCCC"/>
                </a:solidFill>
                <a:effectLst/>
                <a:latin typeface="Consolas" panose="020B0609020204030204" pitchFamily="49" charset="0"/>
              </a:rPr>
              <a:t> </a:t>
            </a:r>
            <a:r>
              <a:rPr lang="en-GB" sz="2000" b="0" dirty="0">
                <a:solidFill>
                  <a:srgbClr val="9CDCFE"/>
                </a:solidFill>
                <a:effectLst/>
                <a:latin typeface="Consolas" panose="020B0609020204030204" pitchFamily="49" charset="0"/>
              </a:rPr>
              <a:t>each</a:t>
            </a:r>
            <a:r>
              <a:rPr lang="en-GB" sz="2000" b="0" dirty="0">
                <a:solidFill>
                  <a:srgbClr val="CCCCCC"/>
                </a:solidFill>
                <a:effectLst/>
                <a:latin typeface="Consolas" panose="020B0609020204030204" pitchFamily="49" charset="0"/>
              </a:rPr>
              <a:t> node u </a:t>
            </a:r>
            <a:r>
              <a:rPr lang="en-GB" sz="2000" b="0" dirty="0">
                <a:solidFill>
                  <a:srgbClr val="C586C0"/>
                </a:solidFill>
                <a:effectLst/>
                <a:latin typeface="Consolas" panose="020B0609020204030204" pitchFamily="49" charset="0"/>
              </a:rPr>
              <a:t>in</a:t>
            </a:r>
            <a:r>
              <a:rPr lang="en-GB" sz="2000" b="0" dirty="0">
                <a:solidFill>
                  <a:srgbClr val="CCCCCC"/>
                </a:solidFill>
                <a:effectLst/>
                <a:latin typeface="Consolas" panose="020B0609020204030204" pitchFamily="49" charset="0"/>
              </a:rPr>
              <a:t> </a:t>
            </a:r>
            <a:r>
              <a:rPr lang="en-GB" sz="2000" b="0" dirty="0">
                <a:solidFill>
                  <a:srgbClr val="DCDCAA"/>
                </a:solidFill>
                <a:effectLst/>
                <a:latin typeface="Consolas" panose="020B0609020204030204" pitchFamily="49" charset="0"/>
              </a:rPr>
              <a:t>range</a:t>
            </a:r>
            <a:r>
              <a:rPr lang="en-GB" sz="2000" b="0" dirty="0">
                <a:solidFill>
                  <a:srgbClr val="CCCCCC"/>
                </a:solidFill>
                <a:effectLst/>
                <a:latin typeface="Consolas" panose="020B0609020204030204" pitchFamily="49" charset="0"/>
              </a:rPr>
              <a:t>(</a:t>
            </a:r>
            <a:r>
              <a:rPr lang="en-GB" sz="2000" b="0" dirty="0">
                <a:solidFill>
                  <a:srgbClr val="B5CEA8"/>
                </a:solidFill>
                <a:effectLst/>
                <a:latin typeface="Consolas" panose="020B0609020204030204" pitchFamily="49" charset="0"/>
              </a:rPr>
              <a:t>0</a:t>
            </a:r>
            <a:r>
              <a:rPr lang="en-GB" sz="2000" b="0" dirty="0">
                <a:solidFill>
                  <a:srgbClr val="CCCCCC"/>
                </a:solidFill>
                <a:effectLst/>
                <a:latin typeface="Consolas" panose="020B0609020204030204" pitchFamily="49" charset="0"/>
              </a:rPr>
              <a:t>, n):</a:t>
            </a:r>
          </a:p>
          <a:p>
            <a:pPr>
              <a:lnSpc>
                <a:spcPts val="1425"/>
              </a:lnSpc>
              <a:buNone/>
            </a:pPr>
            <a:r>
              <a:rPr lang="en-GB" sz="2000" b="0" dirty="0">
                <a:solidFill>
                  <a:srgbClr val="CCCCCC"/>
                </a:solidFill>
                <a:effectLst/>
                <a:latin typeface="Consolas" panose="020B0609020204030204" pitchFamily="49" charset="0"/>
              </a:rPr>
              <a:t>        </a:t>
            </a:r>
            <a:r>
              <a:rPr lang="en-GB" sz="2000" b="0" dirty="0">
                <a:solidFill>
                  <a:srgbClr val="C586C0"/>
                </a:solidFill>
                <a:effectLst/>
                <a:latin typeface="Consolas" panose="020B0609020204030204" pitchFamily="49" charset="0"/>
              </a:rPr>
              <a:t>if</a:t>
            </a:r>
            <a:r>
              <a:rPr lang="en-GB" sz="2000" b="0" dirty="0">
                <a:solidFill>
                  <a:srgbClr val="CCCCCC"/>
                </a:solidFill>
                <a:effectLst/>
                <a:latin typeface="Consolas" panose="020B0609020204030204" pitchFamily="49" charset="0"/>
              </a:rPr>
              <a:t> disc[u] </a:t>
            </a:r>
            <a:r>
              <a:rPr lang="en-GB" sz="2000" b="0" dirty="0">
                <a:solidFill>
                  <a:srgbClr val="D4D4D4"/>
                </a:solidFill>
                <a:effectLst/>
                <a:latin typeface="Consolas" panose="020B0609020204030204" pitchFamily="49" charset="0"/>
              </a:rPr>
              <a:t>==</a:t>
            </a:r>
            <a:r>
              <a:rPr lang="en-GB" sz="2000" b="0" dirty="0">
                <a:solidFill>
                  <a:srgbClr val="CCCCCC"/>
                </a:solidFill>
                <a:effectLst/>
                <a:latin typeface="Consolas" panose="020B0609020204030204" pitchFamily="49" charset="0"/>
              </a:rPr>
              <a:t> </a:t>
            </a:r>
            <a:r>
              <a:rPr lang="en-GB" sz="2000" b="0" dirty="0">
                <a:solidFill>
                  <a:srgbClr val="D4D4D4"/>
                </a:solidFill>
                <a:effectLst/>
                <a:latin typeface="Consolas" panose="020B0609020204030204" pitchFamily="49" charset="0"/>
              </a:rPr>
              <a:t>-</a:t>
            </a:r>
            <a:r>
              <a:rPr lang="en-GB" sz="2000" b="0" dirty="0">
                <a:solidFill>
                  <a:srgbClr val="B5CEA8"/>
                </a:solidFill>
                <a:effectLst/>
                <a:latin typeface="Consolas" panose="020B0609020204030204" pitchFamily="49" charset="0"/>
              </a:rPr>
              <a:t>1</a:t>
            </a:r>
            <a:r>
              <a:rPr lang="en-GB" sz="2000" b="0" dirty="0">
                <a:solidFill>
                  <a:srgbClr val="CCCCCC"/>
                </a:solidFill>
                <a:effectLst/>
                <a:latin typeface="Consolas" panose="020B0609020204030204" pitchFamily="49" charset="0"/>
              </a:rPr>
              <a:t>:</a:t>
            </a:r>
          </a:p>
          <a:p>
            <a:pPr>
              <a:lnSpc>
                <a:spcPts val="1425"/>
              </a:lnSpc>
            </a:pPr>
            <a:r>
              <a:rPr lang="en-GB" sz="2000" b="0" dirty="0">
                <a:solidFill>
                  <a:srgbClr val="CCCCCC"/>
                </a:solidFill>
                <a:effectLst/>
                <a:latin typeface="Consolas" panose="020B0609020204030204" pitchFamily="49" charset="0"/>
              </a:rPr>
              <a:t>            DFS(graph, u, </a:t>
            </a:r>
            <a:r>
              <a:rPr lang="en-GB" sz="2000" b="0" dirty="0">
                <a:solidFill>
                  <a:srgbClr val="D4D4D4"/>
                </a:solidFill>
                <a:effectLst/>
                <a:latin typeface="Consolas" panose="020B0609020204030204" pitchFamily="49" charset="0"/>
              </a:rPr>
              <a:t>-</a:t>
            </a:r>
            <a:r>
              <a:rPr lang="en-GB" sz="2000" b="0" dirty="0">
                <a:solidFill>
                  <a:srgbClr val="B5CEA8"/>
                </a:solidFill>
                <a:effectLst/>
                <a:latin typeface="Consolas" panose="020B0609020204030204" pitchFamily="49" charset="0"/>
              </a:rPr>
              <a:t>1</a:t>
            </a:r>
            <a:r>
              <a:rPr lang="en-GB" sz="2000" b="0" dirty="0">
                <a:solidFill>
                  <a:srgbClr val="CCCCCC"/>
                </a:solidFill>
                <a:effectLst/>
                <a:latin typeface="Consolas" panose="020B0609020204030204" pitchFamily="49" charset="0"/>
              </a:rPr>
              <a:t>)</a:t>
            </a:r>
            <a:endParaRPr lang="en-GB" sz="2000" dirty="0">
              <a:solidFill>
                <a:srgbClr val="CCCCCC"/>
              </a:solidFill>
              <a:latin typeface="Consolas" panose="020B0609020204030204" pitchFamily="49" charset="0"/>
            </a:endParaRPr>
          </a:p>
          <a:p>
            <a:pPr>
              <a:lnSpc>
                <a:spcPts val="1425"/>
              </a:lnSpc>
              <a:buNone/>
            </a:pPr>
            <a:r>
              <a:rPr lang="en-GB" sz="2000" b="0" dirty="0">
                <a:solidFill>
                  <a:srgbClr val="C586C0"/>
                </a:solidFill>
                <a:effectLst/>
                <a:latin typeface="Consolas" panose="020B0609020204030204" pitchFamily="49" charset="0"/>
              </a:rPr>
              <a:t>	return</a:t>
            </a:r>
            <a:r>
              <a:rPr lang="en-GB" sz="2000" b="0" dirty="0">
                <a:solidFill>
                  <a:srgbClr val="CCCCCC"/>
                </a:solidFill>
                <a:effectLst/>
                <a:latin typeface="Consolas" panose="020B0609020204030204" pitchFamily="49" charset="0"/>
              </a:rPr>
              <a:t> </a:t>
            </a:r>
            <a:r>
              <a:rPr lang="en-GB" sz="2000" b="0" dirty="0">
                <a:solidFill>
                  <a:srgbClr val="9CDCFE"/>
                </a:solidFill>
                <a:effectLst/>
                <a:latin typeface="Consolas" panose="020B0609020204030204" pitchFamily="49" charset="0"/>
              </a:rPr>
              <a:t>bridges</a:t>
            </a:r>
            <a:endParaRPr lang="en-GB" sz="2000" b="0" dirty="0">
              <a:solidFill>
                <a:srgbClr val="CCCCCC"/>
              </a:solidFill>
              <a:effectLst/>
              <a:latin typeface="Consolas" panose="020B0609020204030204" pitchFamily="49" charset="0"/>
            </a:endParaRPr>
          </a:p>
          <a:p>
            <a:pPr marL="0" indent="0">
              <a:lnSpc>
                <a:spcPts val="1425"/>
              </a:lnSpc>
              <a:buNone/>
            </a:pPr>
            <a:br>
              <a:rPr lang="en-GB" sz="2000" b="0" dirty="0">
                <a:solidFill>
                  <a:srgbClr val="CCCCCC"/>
                </a:solidFill>
                <a:effectLst/>
                <a:latin typeface="Consolas" panose="020B0609020204030204" pitchFamily="49" charset="0"/>
              </a:rPr>
            </a:br>
            <a:endParaRPr lang="en-GB" sz="2000" b="0" dirty="0">
              <a:solidFill>
                <a:srgbClr val="CCCCCC"/>
              </a:solidFill>
              <a:effectLst/>
              <a:latin typeface="Consolas" panose="020B0609020204030204" pitchFamily="49" charset="0"/>
            </a:endParaRPr>
          </a:p>
          <a:p>
            <a:endParaRPr lang="en-US" sz="2000" dirty="0"/>
          </a:p>
        </p:txBody>
      </p:sp>
      <p:sp>
        <p:nvSpPr>
          <p:cNvPr id="3" name="Title 2">
            <a:extLst>
              <a:ext uri="{FF2B5EF4-FFF2-40B4-BE49-F238E27FC236}">
                <a16:creationId xmlns:a16="http://schemas.microsoft.com/office/drawing/2014/main" id="{346BBCF4-195B-EA7B-5F94-7EBBB932455B}"/>
              </a:ext>
            </a:extLst>
          </p:cNvPr>
          <p:cNvSpPr>
            <a:spLocks noGrp="1"/>
          </p:cNvSpPr>
          <p:nvPr>
            <p:ph type="title"/>
          </p:nvPr>
        </p:nvSpPr>
        <p:spPr>
          <a:xfrm>
            <a:off x="1371600" y="199891"/>
            <a:ext cx="11915398" cy="1392935"/>
          </a:xfrm>
        </p:spPr>
        <p:txBody>
          <a:bodyPr/>
          <a:lstStyle/>
          <a:p>
            <a:r>
              <a:rPr lang="en-US" sz="12000" b="1" dirty="0"/>
              <a:t>Tarjan Algorithm</a:t>
            </a:r>
            <a:endParaRPr lang="en-US" sz="12000" dirty="0"/>
          </a:p>
        </p:txBody>
      </p:sp>
      <p:sp>
        <p:nvSpPr>
          <p:cNvPr id="4" name="Rectangle 3">
            <a:extLst>
              <a:ext uri="{FF2B5EF4-FFF2-40B4-BE49-F238E27FC236}">
                <a16:creationId xmlns:a16="http://schemas.microsoft.com/office/drawing/2014/main" id="{B27331E5-F80D-4F3E-C9E8-8324ED24D1A9}"/>
              </a:ext>
            </a:extLst>
          </p:cNvPr>
          <p:cNvSpPr/>
          <p:nvPr/>
        </p:nvSpPr>
        <p:spPr>
          <a:xfrm>
            <a:off x="206477" y="9556955"/>
            <a:ext cx="663678" cy="560439"/>
          </a:xfrm>
          <a:prstGeom prst="rect">
            <a:avLst/>
          </a:prstGeom>
          <a:solidFill>
            <a:srgbClr val="44344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343533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74">
          <a:extLst>
            <a:ext uri="{FF2B5EF4-FFF2-40B4-BE49-F238E27FC236}">
              <a16:creationId xmlns:a16="http://schemas.microsoft.com/office/drawing/2014/main" id="{4B8FFEB9-6D1E-70EA-8F5F-2B135CBA51EB}"/>
            </a:ext>
          </a:extLst>
        </p:cNvPr>
        <p:cNvGrpSpPr/>
        <p:nvPr/>
      </p:nvGrpSpPr>
      <p:grpSpPr>
        <a:xfrm>
          <a:off x="0" y="0"/>
          <a:ext cx="0" cy="0"/>
          <a:chOff x="0" y="0"/>
          <a:chExt cx="0" cy="0"/>
        </a:xfrm>
      </p:grpSpPr>
      <p:cxnSp>
        <p:nvCxnSpPr>
          <p:cNvPr id="75" name="Google Shape;75;p10">
            <a:extLst>
              <a:ext uri="{FF2B5EF4-FFF2-40B4-BE49-F238E27FC236}">
                <a16:creationId xmlns:a16="http://schemas.microsoft.com/office/drawing/2014/main" id="{90CE6AD1-5596-77AC-F7C1-9C1BF66B92CC}"/>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a:extLst>
              <a:ext uri="{FF2B5EF4-FFF2-40B4-BE49-F238E27FC236}">
                <a16:creationId xmlns:a16="http://schemas.microsoft.com/office/drawing/2014/main" id="{0222471B-B950-FBC2-D340-8F636AC963A8}"/>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81" name="Google Shape;81;p10">
            <a:extLst>
              <a:ext uri="{FF2B5EF4-FFF2-40B4-BE49-F238E27FC236}">
                <a16:creationId xmlns:a16="http://schemas.microsoft.com/office/drawing/2014/main" id="{77E0DE44-8923-AE34-74F9-CD29A9A22D28}"/>
              </a:ext>
            </a:extLst>
          </p:cNvPr>
          <p:cNvSpPr txBox="1"/>
          <p:nvPr/>
        </p:nvSpPr>
        <p:spPr>
          <a:xfrm>
            <a:off x="3877150" y="714400"/>
            <a:ext cx="12122133" cy="1551194"/>
          </a:xfrm>
          <a:prstGeom prst="rect">
            <a:avLst/>
          </a:prstGeom>
          <a:noFill/>
          <a:ln>
            <a:noFill/>
          </a:ln>
        </p:spPr>
        <p:txBody>
          <a:bodyPr spcFirstLastPara="1" wrap="square" lIns="0" tIns="0" rIns="0" bIns="0" anchor="t" anchorCtr="0">
            <a:spAutoFit/>
          </a:bodyPr>
          <a:lstStyle/>
          <a:p>
            <a:pPr marL="0" marR="0" lvl="0" indent="0" algn="l" rtl="0">
              <a:lnSpc>
                <a:spcPct val="70000"/>
              </a:lnSpc>
              <a:spcBef>
                <a:spcPts val="0"/>
              </a:spcBef>
              <a:spcAft>
                <a:spcPts val="0"/>
              </a:spcAft>
              <a:buNone/>
            </a:pPr>
            <a:r>
              <a:rPr lang="en-US" sz="14400" b="0" i="0" u="none" strike="noStrike" cap="none" dirty="0">
                <a:solidFill>
                  <a:srgbClr val="C2F970"/>
                </a:solidFill>
                <a:latin typeface="Darker Grotesque"/>
                <a:ea typeface="Darker Grotesque"/>
                <a:cs typeface="Darker Grotesque"/>
                <a:sym typeface="Darker Grotesque"/>
              </a:rPr>
              <a:t>Example</a:t>
            </a:r>
            <a:endParaRPr dirty="0"/>
          </a:p>
        </p:txBody>
      </p:sp>
      <p:grpSp>
        <p:nvGrpSpPr>
          <p:cNvPr id="82" name="Google Shape;82;p10">
            <a:extLst>
              <a:ext uri="{FF2B5EF4-FFF2-40B4-BE49-F238E27FC236}">
                <a16:creationId xmlns:a16="http://schemas.microsoft.com/office/drawing/2014/main" id="{DC5AF741-2813-97EB-EE00-23837B87E77E}"/>
              </a:ext>
            </a:extLst>
          </p:cNvPr>
          <p:cNvGrpSpPr/>
          <p:nvPr/>
        </p:nvGrpSpPr>
        <p:grpSpPr>
          <a:xfrm>
            <a:off x="1772933" y="425090"/>
            <a:ext cx="1944497" cy="1777178"/>
            <a:chOff x="0" y="0"/>
            <a:chExt cx="3467931" cy="3467931"/>
          </a:xfrm>
        </p:grpSpPr>
        <p:grpSp>
          <p:nvGrpSpPr>
            <p:cNvPr id="83" name="Google Shape;83;p10">
              <a:extLst>
                <a:ext uri="{FF2B5EF4-FFF2-40B4-BE49-F238E27FC236}">
                  <a16:creationId xmlns:a16="http://schemas.microsoft.com/office/drawing/2014/main" id="{F7C25B4C-3A18-D1DB-B8F3-26A9B9EF4A6E}"/>
                </a:ext>
              </a:extLst>
            </p:cNvPr>
            <p:cNvGrpSpPr/>
            <p:nvPr/>
          </p:nvGrpSpPr>
          <p:grpSpPr>
            <a:xfrm>
              <a:off x="0" y="0"/>
              <a:ext cx="3467931" cy="3467931"/>
              <a:chOff x="0" y="0"/>
              <a:chExt cx="812800" cy="812800"/>
            </a:xfrm>
          </p:grpSpPr>
          <p:sp>
            <p:nvSpPr>
              <p:cNvPr id="84" name="Google Shape;84;p10">
                <a:extLst>
                  <a:ext uri="{FF2B5EF4-FFF2-40B4-BE49-F238E27FC236}">
                    <a16:creationId xmlns:a16="http://schemas.microsoft.com/office/drawing/2014/main" id="{5E0D44CE-A431-96BF-B35C-F74B6654B960}"/>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38100" cap="sq" cmpd="sng">
                <a:solidFill>
                  <a:srgbClr val="C2F97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10">
                <a:extLst>
                  <a:ext uri="{FF2B5EF4-FFF2-40B4-BE49-F238E27FC236}">
                    <a16:creationId xmlns:a16="http://schemas.microsoft.com/office/drawing/2014/main" id="{AB240A32-6458-3636-1021-4D1745DCB25B}"/>
                  </a:ext>
                </a:extLst>
              </p:cNvPr>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cxnSp>
          <p:nvCxnSpPr>
            <p:cNvPr id="86" name="Google Shape;86;p10">
              <a:extLst>
                <a:ext uri="{FF2B5EF4-FFF2-40B4-BE49-F238E27FC236}">
                  <a16:creationId xmlns:a16="http://schemas.microsoft.com/office/drawing/2014/main" id="{2B2585CE-D6E8-A741-2942-9F8208161AC7}"/>
                </a:ext>
              </a:extLst>
            </p:cNvPr>
            <p:cNvCxnSpPr/>
            <p:nvPr/>
          </p:nvCxnSpPr>
          <p:spPr>
            <a:xfrm>
              <a:off x="858947" y="858947"/>
              <a:ext cx="1748487" cy="1748487"/>
            </a:xfrm>
            <a:prstGeom prst="straightConnector1">
              <a:avLst/>
            </a:prstGeom>
            <a:noFill/>
            <a:ln w="64200" cap="flat" cmpd="sng">
              <a:solidFill>
                <a:srgbClr val="C2F970"/>
              </a:solidFill>
              <a:prstDash val="solid"/>
              <a:round/>
              <a:headEnd type="none" w="sm" len="sm"/>
              <a:tailEnd type="none" w="sm" len="sm"/>
            </a:ln>
          </p:spPr>
        </p:cxnSp>
        <p:cxnSp>
          <p:nvCxnSpPr>
            <p:cNvPr id="87" name="Google Shape;87;p10">
              <a:extLst>
                <a:ext uri="{FF2B5EF4-FFF2-40B4-BE49-F238E27FC236}">
                  <a16:creationId xmlns:a16="http://schemas.microsoft.com/office/drawing/2014/main" id="{15E8ABE4-86C1-8DDF-4065-C76A45C80842}"/>
                </a:ext>
              </a:extLst>
            </p:cNvPr>
            <p:cNvCxnSpPr/>
            <p:nvPr/>
          </p:nvCxnSpPr>
          <p:spPr>
            <a:xfrm>
              <a:off x="1468919" y="2599579"/>
              <a:ext cx="1157476" cy="0"/>
            </a:xfrm>
            <a:prstGeom prst="straightConnector1">
              <a:avLst/>
            </a:prstGeom>
            <a:noFill/>
            <a:ln w="64200" cap="flat" cmpd="sng">
              <a:solidFill>
                <a:srgbClr val="C2F970"/>
              </a:solidFill>
              <a:prstDash val="solid"/>
              <a:round/>
              <a:headEnd type="none" w="sm" len="sm"/>
              <a:tailEnd type="none" w="sm" len="sm"/>
            </a:ln>
          </p:spPr>
        </p:cxnSp>
        <p:cxnSp>
          <p:nvCxnSpPr>
            <p:cNvPr id="88" name="Google Shape;88;p10">
              <a:extLst>
                <a:ext uri="{FF2B5EF4-FFF2-40B4-BE49-F238E27FC236}">
                  <a16:creationId xmlns:a16="http://schemas.microsoft.com/office/drawing/2014/main" id="{BC67B1B4-7ED4-52E5-93E5-8331B90416BE}"/>
                </a:ext>
              </a:extLst>
            </p:cNvPr>
            <p:cNvCxnSpPr/>
            <p:nvPr/>
          </p:nvCxnSpPr>
          <p:spPr>
            <a:xfrm rot="10800000">
              <a:off x="2599579" y="1412359"/>
              <a:ext cx="0" cy="1157476"/>
            </a:xfrm>
            <a:prstGeom prst="straightConnector1">
              <a:avLst/>
            </a:prstGeom>
            <a:noFill/>
            <a:ln w="64200" cap="flat" cmpd="sng">
              <a:solidFill>
                <a:srgbClr val="C2F970"/>
              </a:solidFill>
              <a:prstDash val="solid"/>
              <a:round/>
              <a:headEnd type="none" w="sm" len="sm"/>
              <a:tailEnd type="none" w="sm" len="sm"/>
            </a:ln>
          </p:spPr>
        </p:cxnSp>
      </p:grpSp>
      <p:grpSp>
        <p:nvGrpSpPr>
          <p:cNvPr id="37" name="Group 36">
            <a:extLst>
              <a:ext uri="{FF2B5EF4-FFF2-40B4-BE49-F238E27FC236}">
                <a16:creationId xmlns:a16="http://schemas.microsoft.com/office/drawing/2014/main" id="{31E2F8FA-1E04-0B4A-478E-E44BAED5CD17}"/>
              </a:ext>
            </a:extLst>
          </p:cNvPr>
          <p:cNvGrpSpPr/>
          <p:nvPr/>
        </p:nvGrpSpPr>
        <p:grpSpPr>
          <a:xfrm>
            <a:off x="2021214" y="2202267"/>
            <a:ext cx="11525943" cy="6099387"/>
            <a:chOff x="2021214" y="2202267"/>
            <a:chExt cx="11525943" cy="6099387"/>
          </a:xfrm>
        </p:grpSpPr>
        <p:grpSp>
          <p:nvGrpSpPr>
            <p:cNvPr id="28" name="Group 27">
              <a:extLst>
                <a:ext uri="{FF2B5EF4-FFF2-40B4-BE49-F238E27FC236}">
                  <a16:creationId xmlns:a16="http://schemas.microsoft.com/office/drawing/2014/main" id="{3D253030-E576-BA5D-3EEC-B6EBFDD1E221}"/>
                </a:ext>
              </a:extLst>
            </p:cNvPr>
            <p:cNvGrpSpPr/>
            <p:nvPr/>
          </p:nvGrpSpPr>
          <p:grpSpPr>
            <a:xfrm>
              <a:off x="4740843" y="3152934"/>
              <a:ext cx="8806314" cy="4188538"/>
              <a:chOff x="2937991" y="2642573"/>
              <a:chExt cx="8806314" cy="4188538"/>
            </a:xfrm>
          </p:grpSpPr>
          <p:sp>
            <p:nvSpPr>
              <p:cNvPr id="2" name="Oval 1">
                <a:extLst>
                  <a:ext uri="{FF2B5EF4-FFF2-40B4-BE49-F238E27FC236}">
                    <a16:creationId xmlns:a16="http://schemas.microsoft.com/office/drawing/2014/main" id="{77B54ED2-DC0C-2B92-CD38-82A522C2BE24}"/>
                  </a:ext>
                </a:extLst>
              </p:cNvPr>
              <p:cNvSpPr/>
              <p:nvPr/>
            </p:nvSpPr>
            <p:spPr>
              <a:xfrm>
                <a:off x="2937991" y="4277032"/>
                <a:ext cx="926845" cy="866466"/>
              </a:xfrm>
              <a:prstGeom prst="ellipse">
                <a:avLst/>
              </a:prstGeom>
              <a:ln w="762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A</a:t>
                </a:r>
              </a:p>
            </p:txBody>
          </p:sp>
          <p:sp>
            <p:nvSpPr>
              <p:cNvPr id="3" name="Oval 2">
                <a:extLst>
                  <a:ext uri="{FF2B5EF4-FFF2-40B4-BE49-F238E27FC236}">
                    <a16:creationId xmlns:a16="http://schemas.microsoft.com/office/drawing/2014/main" id="{035FD16A-58EB-B247-D788-9AED08213AAB}"/>
                  </a:ext>
                </a:extLst>
              </p:cNvPr>
              <p:cNvSpPr>
                <a:spLocks/>
              </p:cNvSpPr>
              <p:nvPr/>
            </p:nvSpPr>
            <p:spPr>
              <a:xfrm>
                <a:off x="6543696" y="4256439"/>
                <a:ext cx="926845" cy="866466"/>
              </a:xfrm>
              <a:prstGeom prst="ellipse">
                <a:avLst/>
              </a:prstGeom>
              <a:ln w="762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B</a:t>
                </a:r>
              </a:p>
            </p:txBody>
          </p:sp>
          <p:sp>
            <p:nvSpPr>
              <p:cNvPr id="4" name="Oval 3">
                <a:extLst>
                  <a:ext uri="{FF2B5EF4-FFF2-40B4-BE49-F238E27FC236}">
                    <a16:creationId xmlns:a16="http://schemas.microsoft.com/office/drawing/2014/main" id="{543FE1EA-E142-6449-ABE2-7B7DB0FF9002}"/>
                  </a:ext>
                </a:extLst>
              </p:cNvPr>
              <p:cNvSpPr/>
              <p:nvPr/>
            </p:nvSpPr>
            <p:spPr>
              <a:xfrm>
                <a:off x="8474099" y="2642573"/>
                <a:ext cx="926845" cy="866466"/>
              </a:xfrm>
              <a:prstGeom prst="ellipse">
                <a:avLst/>
              </a:prstGeom>
              <a:ln w="762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C</a:t>
                </a:r>
              </a:p>
            </p:txBody>
          </p:sp>
          <p:sp>
            <p:nvSpPr>
              <p:cNvPr id="5" name="Oval 4">
                <a:extLst>
                  <a:ext uri="{FF2B5EF4-FFF2-40B4-BE49-F238E27FC236}">
                    <a16:creationId xmlns:a16="http://schemas.microsoft.com/office/drawing/2014/main" id="{E425D86B-AC6D-F4D8-70AF-5A5C0D7ADD1D}"/>
                  </a:ext>
                </a:extLst>
              </p:cNvPr>
              <p:cNvSpPr/>
              <p:nvPr/>
            </p:nvSpPr>
            <p:spPr>
              <a:xfrm>
                <a:off x="10817460" y="4277032"/>
                <a:ext cx="926845" cy="866466"/>
              </a:xfrm>
              <a:prstGeom prst="ellipse">
                <a:avLst/>
              </a:prstGeom>
              <a:ln w="762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D</a:t>
                </a:r>
              </a:p>
            </p:txBody>
          </p:sp>
          <p:sp>
            <p:nvSpPr>
              <p:cNvPr id="6" name="Oval 5">
                <a:extLst>
                  <a:ext uri="{FF2B5EF4-FFF2-40B4-BE49-F238E27FC236}">
                    <a16:creationId xmlns:a16="http://schemas.microsoft.com/office/drawing/2014/main" id="{45F136B1-A7A1-DCCA-0680-7135D966CA2A}"/>
                  </a:ext>
                </a:extLst>
              </p:cNvPr>
              <p:cNvSpPr/>
              <p:nvPr/>
            </p:nvSpPr>
            <p:spPr>
              <a:xfrm>
                <a:off x="8474099" y="5964645"/>
                <a:ext cx="926845" cy="866466"/>
              </a:xfrm>
              <a:prstGeom prst="ellipse">
                <a:avLst/>
              </a:prstGeom>
              <a:ln w="762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E</a:t>
                </a:r>
              </a:p>
            </p:txBody>
          </p:sp>
          <p:cxnSp>
            <p:nvCxnSpPr>
              <p:cNvPr id="10" name="Straight Connector 9">
                <a:extLst>
                  <a:ext uri="{FF2B5EF4-FFF2-40B4-BE49-F238E27FC236}">
                    <a16:creationId xmlns:a16="http://schemas.microsoft.com/office/drawing/2014/main" id="{CA2D6A47-C966-4BE2-3400-280272ED3967}"/>
                  </a:ext>
                </a:extLst>
              </p:cNvPr>
              <p:cNvCxnSpPr>
                <a:stCxn id="2" idx="6"/>
                <a:endCxn id="3" idx="2"/>
              </p:cNvCxnSpPr>
              <p:nvPr/>
            </p:nvCxnSpPr>
            <p:spPr>
              <a:xfrm flipV="1">
                <a:off x="3864836" y="4689672"/>
                <a:ext cx="2678860" cy="20593"/>
              </a:xfrm>
              <a:prstGeom prst="line">
                <a:avLst/>
              </a:prstGeom>
              <a:ln w="76200">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8718E7A4-88C5-1395-B62E-C3BF03430A8B}"/>
                  </a:ext>
                </a:extLst>
              </p:cNvPr>
              <p:cNvCxnSpPr>
                <a:cxnSpLocks/>
                <a:stCxn id="3" idx="7"/>
                <a:endCxn id="4" idx="3"/>
              </p:cNvCxnSpPr>
              <p:nvPr/>
            </p:nvCxnSpPr>
            <p:spPr>
              <a:xfrm flipV="1">
                <a:off x="7334808" y="3382148"/>
                <a:ext cx="1275024" cy="1001182"/>
              </a:xfrm>
              <a:prstGeom prst="line">
                <a:avLst/>
              </a:prstGeom>
              <a:ln w="76200">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08454666-A2F0-B217-322E-BA93B33087CB}"/>
                  </a:ext>
                </a:extLst>
              </p:cNvPr>
              <p:cNvCxnSpPr>
                <a:cxnSpLocks/>
                <a:stCxn id="6" idx="6"/>
                <a:endCxn id="5" idx="3"/>
              </p:cNvCxnSpPr>
              <p:nvPr/>
            </p:nvCxnSpPr>
            <p:spPr>
              <a:xfrm flipV="1">
                <a:off x="9400944" y="5016607"/>
                <a:ext cx="1552249" cy="1381271"/>
              </a:xfrm>
              <a:prstGeom prst="line">
                <a:avLst/>
              </a:prstGeom>
              <a:ln w="76200">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B93135C-78CB-CF0A-F330-F6E22C90A6DE}"/>
                  </a:ext>
                </a:extLst>
              </p:cNvPr>
              <p:cNvCxnSpPr>
                <a:cxnSpLocks/>
                <a:stCxn id="3" idx="5"/>
              </p:cNvCxnSpPr>
              <p:nvPr/>
            </p:nvCxnSpPr>
            <p:spPr>
              <a:xfrm>
                <a:off x="7334808" y="4996014"/>
                <a:ext cx="1239547" cy="1219005"/>
              </a:xfrm>
              <a:prstGeom prst="line">
                <a:avLst/>
              </a:prstGeom>
              <a:ln w="76200">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F1C88F86-3EBB-C3CB-C6D7-77D8EC34ECE3}"/>
                  </a:ext>
                </a:extLst>
              </p:cNvPr>
              <p:cNvCxnSpPr>
                <a:cxnSpLocks/>
                <a:stCxn id="4" idx="6"/>
                <a:endCxn id="5" idx="1"/>
              </p:cNvCxnSpPr>
              <p:nvPr/>
            </p:nvCxnSpPr>
            <p:spPr>
              <a:xfrm>
                <a:off x="9400944" y="3075806"/>
                <a:ext cx="1552249" cy="1328117"/>
              </a:xfrm>
              <a:prstGeom prst="line">
                <a:avLst/>
              </a:prstGeom>
              <a:ln w="76200">
                <a:solidFill>
                  <a:srgbClr val="92D050"/>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a14="http://schemas.microsoft.com/office/drawing/2010/main" Requires="a14">
            <p:sp>
              <p:nvSpPr>
                <p:cNvPr id="29" name="TextBox 28">
                  <a:extLst>
                    <a:ext uri="{FF2B5EF4-FFF2-40B4-BE49-F238E27FC236}">
                      <a16:creationId xmlns:a16="http://schemas.microsoft.com/office/drawing/2014/main" id="{B74182EF-6AE6-32CE-1AD8-806CFD740DC6}"/>
                    </a:ext>
                  </a:extLst>
                </p:cNvPr>
                <p:cNvSpPr txBox="1"/>
                <p:nvPr/>
              </p:nvSpPr>
              <p:spPr>
                <a:xfrm>
                  <a:off x="4361279" y="3745587"/>
                  <a:ext cx="617364" cy="80663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sz="2800" i="1" smtClean="0">
                                <a:solidFill>
                                  <a:schemeClr val="bg1"/>
                                </a:solidFill>
                                <a:latin typeface="Cambria Math" panose="02040503050406030204" pitchFamily="18" charset="0"/>
                              </a:rPr>
                            </m:ctrlPr>
                          </m:fPr>
                          <m:num>
                            <m:r>
                              <a:rPr lang="en-US" sz="2800">
                                <a:solidFill>
                                  <a:schemeClr val="bg1"/>
                                </a:solidFill>
                                <a:latin typeface="Cambria Math" panose="02040503050406030204" pitchFamily="18" charset="0"/>
                              </a:rPr>
                              <m:t>1</m:t>
                            </m:r>
                          </m:num>
                          <m:den>
                            <m:r>
                              <a:rPr lang="en-US" sz="2800" i="0">
                                <a:solidFill>
                                  <a:schemeClr val="bg1"/>
                                </a:solidFill>
                                <a:latin typeface="Cambria Math" panose="02040503050406030204" pitchFamily="18" charset="0"/>
                              </a:rPr>
                              <m:t>1</m:t>
                            </m:r>
                          </m:den>
                        </m:f>
                      </m:oMath>
                    </m:oMathPara>
                  </a14:m>
                  <a:endParaRPr lang="en-US" dirty="0">
                    <a:solidFill>
                      <a:schemeClr val="bg1"/>
                    </a:solidFill>
                  </a:endParaRPr>
                </a:p>
              </p:txBody>
            </p:sp>
          </mc:Choice>
          <mc:Fallback>
            <p:sp>
              <p:nvSpPr>
                <p:cNvPr id="29" name="TextBox 28">
                  <a:extLst>
                    <a:ext uri="{FF2B5EF4-FFF2-40B4-BE49-F238E27FC236}">
                      <a16:creationId xmlns:a16="http://schemas.microsoft.com/office/drawing/2014/main" id="{B74182EF-6AE6-32CE-1AD8-806CFD740DC6}"/>
                    </a:ext>
                  </a:extLst>
                </p:cNvPr>
                <p:cNvSpPr txBox="1">
                  <a:spLocks noRot="1" noChangeAspect="1" noMove="1" noResize="1" noEditPoints="1" noAdjustHandles="1" noChangeArrowheads="1" noChangeShapeType="1" noTextEdit="1"/>
                </p:cNvSpPr>
                <p:nvPr/>
              </p:nvSpPr>
              <p:spPr>
                <a:xfrm>
                  <a:off x="4361279" y="3745587"/>
                  <a:ext cx="617364" cy="806631"/>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1" name="TextBox 30">
                  <a:extLst>
                    <a:ext uri="{FF2B5EF4-FFF2-40B4-BE49-F238E27FC236}">
                      <a16:creationId xmlns:a16="http://schemas.microsoft.com/office/drawing/2014/main" id="{32307B1E-8FEA-848B-62FD-EC39A5023837}"/>
                    </a:ext>
                  </a:extLst>
                </p:cNvPr>
                <p:cNvSpPr txBox="1"/>
                <p:nvPr/>
              </p:nvSpPr>
              <p:spPr>
                <a:xfrm>
                  <a:off x="8192606" y="3822519"/>
                  <a:ext cx="617364" cy="80663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sz="2800" i="1" smtClean="0">
                                <a:solidFill>
                                  <a:schemeClr val="bg1"/>
                                </a:solidFill>
                                <a:latin typeface="Cambria Math" panose="02040503050406030204" pitchFamily="18" charset="0"/>
                              </a:rPr>
                            </m:ctrlPr>
                          </m:fPr>
                          <m:num>
                            <m:r>
                              <a:rPr lang="en-US" sz="2800" b="0" i="1" smtClean="0">
                                <a:solidFill>
                                  <a:schemeClr val="bg1"/>
                                </a:solidFill>
                                <a:latin typeface="Cambria Math" panose="02040503050406030204" pitchFamily="18" charset="0"/>
                              </a:rPr>
                              <m:t>2</m:t>
                            </m:r>
                          </m:num>
                          <m:den>
                            <m:r>
                              <a:rPr lang="en-US" sz="2800" b="0" i="0" smtClean="0">
                                <a:solidFill>
                                  <a:schemeClr val="bg1"/>
                                </a:solidFill>
                                <a:latin typeface="Cambria Math" panose="02040503050406030204" pitchFamily="18" charset="0"/>
                              </a:rPr>
                              <m:t>2</m:t>
                            </m:r>
                          </m:den>
                        </m:f>
                      </m:oMath>
                    </m:oMathPara>
                  </a14:m>
                  <a:endParaRPr lang="en-US" dirty="0">
                    <a:solidFill>
                      <a:schemeClr val="bg1"/>
                    </a:solidFill>
                  </a:endParaRPr>
                </a:p>
              </p:txBody>
            </p:sp>
          </mc:Choice>
          <mc:Fallback>
            <p:sp>
              <p:nvSpPr>
                <p:cNvPr id="31" name="TextBox 30">
                  <a:extLst>
                    <a:ext uri="{FF2B5EF4-FFF2-40B4-BE49-F238E27FC236}">
                      <a16:creationId xmlns:a16="http://schemas.microsoft.com/office/drawing/2014/main" id="{32307B1E-8FEA-848B-62FD-EC39A5023837}"/>
                    </a:ext>
                  </a:extLst>
                </p:cNvPr>
                <p:cNvSpPr txBox="1">
                  <a:spLocks noRot="1" noChangeAspect="1" noMove="1" noResize="1" noEditPoints="1" noAdjustHandles="1" noChangeArrowheads="1" noChangeShapeType="1" noTextEdit="1"/>
                </p:cNvSpPr>
                <p:nvPr/>
              </p:nvSpPr>
              <p:spPr>
                <a:xfrm>
                  <a:off x="8192606" y="3822519"/>
                  <a:ext cx="617364" cy="806631"/>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2" name="TextBox 31">
                  <a:extLst>
                    <a:ext uri="{FF2B5EF4-FFF2-40B4-BE49-F238E27FC236}">
                      <a16:creationId xmlns:a16="http://schemas.microsoft.com/office/drawing/2014/main" id="{FB399868-870C-483D-4FE5-E5C75FC37254}"/>
                    </a:ext>
                  </a:extLst>
                </p:cNvPr>
                <p:cNvSpPr txBox="1"/>
                <p:nvPr/>
              </p:nvSpPr>
              <p:spPr>
                <a:xfrm>
                  <a:off x="10431691" y="2202267"/>
                  <a:ext cx="617364" cy="80663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sz="2800" i="1" smtClean="0">
                                <a:solidFill>
                                  <a:schemeClr val="bg1"/>
                                </a:solidFill>
                                <a:latin typeface="Cambria Math" panose="02040503050406030204" pitchFamily="18" charset="0"/>
                              </a:rPr>
                            </m:ctrlPr>
                          </m:fPr>
                          <m:num>
                            <m:r>
                              <a:rPr lang="en-US" sz="2800" b="0" i="1" smtClean="0">
                                <a:solidFill>
                                  <a:schemeClr val="bg1"/>
                                </a:solidFill>
                                <a:latin typeface="Cambria Math" panose="02040503050406030204" pitchFamily="18" charset="0"/>
                              </a:rPr>
                              <m:t>3</m:t>
                            </m:r>
                          </m:num>
                          <m:den>
                            <m:r>
                              <a:rPr lang="en-US" sz="2800" b="0" i="0" smtClean="0">
                                <a:solidFill>
                                  <a:schemeClr val="bg1"/>
                                </a:solidFill>
                                <a:latin typeface="Cambria Math" panose="02040503050406030204" pitchFamily="18" charset="0"/>
                              </a:rPr>
                              <m:t>3</m:t>
                            </m:r>
                          </m:den>
                        </m:f>
                      </m:oMath>
                    </m:oMathPara>
                  </a14:m>
                  <a:endParaRPr lang="en-US" dirty="0">
                    <a:solidFill>
                      <a:schemeClr val="bg1"/>
                    </a:solidFill>
                  </a:endParaRPr>
                </a:p>
              </p:txBody>
            </p:sp>
          </mc:Choice>
          <mc:Fallback>
            <p:sp>
              <p:nvSpPr>
                <p:cNvPr id="32" name="TextBox 31">
                  <a:extLst>
                    <a:ext uri="{FF2B5EF4-FFF2-40B4-BE49-F238E27FC236}">
                      <a16:creationId xmlns:a16="http://schemas.microsoft.com/office/drawing/2014/main" id="{FB399868-870C-483D-4FE5-E5C75FC37254}"/>
                    </a:ext>
                  </a:extLst>
                </p:cNvPr>
                <p:cNvSpPr txBox="1">
                  <a:spLocks noRot="1" noChangeAspect="1" noMove="1" noResize="1" noEditPoints="1" noAdjustHandles="1" noChangeArrowheads="1" noChangeShapeType="1" noTextEdit="1"/>
                </p:cNvSpPr>
                <p:nvPr/>
              </p:nvSpPr>
              <p:spPr>
                <a:xfrm>
                  <a:off x="10431691" y="2202267"/>
                  <a:ext cx="617364" cy="806631"/>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3" name="TextBox 32">
                  <a:extLst>
                    <a:ext uri="{FF2B5EF4-FFF2-40B4-BE49-F238E27FC236}">
                      <a16:creationId xmlns:a16="http://schemas.microsoft.com/office/drawing/2014/main" id="{C43EDB1A-A449-6F99-6D65-A368536A5708}"/>
                    </a:ext>
                  </a:extLst>
                </p:cNvPr>
                <p:cNvSpPr txBox="1"/>
                <p:nvPr/>
              </p:nvSpPr>
              <p:spPr>
                <a:xfrm>
                  <a:off x="12929793" y="3846909"/>
                  <a:ext cx="617364" cy="80509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sz="2800" i="1" smtClean="0">
                                <a:solidFill>
                                  <a:schemeClr val="bg1"/>
                                </a:solidFill>
                                <a:latin typeface="Cambria Math" panose="02040503050406030204" pitchFamily="18" charset="0"/>
                              </a:rPr>
                            </m:ctrlPr>
                          </m:fPr>
                          <m:num>
                            <m:r>
                              <a:rPr lang="en-US" sz="2800" b="0" i="1" smtClean="0">
                                <a:solidFill>
                                  <a:schemeClr val="bg1"/>
                                </a:solidFill>
                                <a:latin typeface="Cambria Math" panose="02040503050406030204" pitchFamily="18" charset="0"/>
                              </a:rPr>
                              <m:t>4</m:t>
                            </m:r>
                          </m:num>
                          <m:den>
                            <m:r>
                              <a:rPr lang="en-US" sz="2800" b="0" i="0" smtClean="0">
                                <a:solidFill>
                                  <a:schemeClr val="bg1"/>
                                </a:solidFill>
                                <a:latin typeface="Cambria Math" panose="02040503050406030204" pitchFamily="18" charset="0"/>
                              </a:rPr>
                              <m:t>4</m:t>
                            </m:r>
                          </m:den>
                        </m:f>
                      </m:oMath>
                    </m:oMathPara>
                  </a14:m>
                  <a:endParaRPr lang="en-US" dirty="0">
                    <a:solidFill>
                      <a:schemeClr val="bg1"/>
                    </a:solidFill>
                  </a:endParaRPr>
                </a:p>
              </p:txBody>
            </p:sp>
          </mc:Choice>
          <mc:Fallback>
            <p:sp>
              <p:nvSpPr>
                <p:cNvPr id="33" name="TextBox 32">
                  <a:extLst>
                    <a:ext uri="{FF2B5EF4-FFF2-40B4-BE49-F238E27FC236}">
                      <a16:creationId xmlns:a16="http://schemas.microsoft.com/office/drawing/2014/main" id="{C43EDB1A-A449-6F99-6D65-A368536A5708}"/>
                    </a:ext>
                  </a:extLst>
                </p:cNvPr>
                <p:cNvSpPr txBox="1">
                  <a:spLocks noRot="1" noChangeAspect="1" noMove="1" noResize="1" noEditPoints="1" noAdjustHandles="1" noChangeArrowheads="1" noChangeShapeType="1" noTextEdit="1"/>
                </p:cNvSpPr>
                <p:nvPr/>
              </p:nvSpPr>
              <p:spPr>
                <a:xfrm>
                  <a:off x="12929793" y="3846909"/>
                  <a:ext cx="617364" cy="80509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4" name="TextBox 33">
                  <a:extLst>
                    <a:ext uri="{FF2B5EF4-FFF2-40B4-BE49-F238E27FC236}">
                      <a16:creationId xmlns:a16="http://schemas.microsoft.com/office/drawing/2014/main" id="{7BC52C94-4E21-AB66-321D-D8D8E28B235A}"/>
                    </a:ext>
                  </a:extLst>
                </p:cNvPr>
                <p:cNvSpPr txBox="1"/>
                <p:nvPr/>
              </p:nvSpPr>
              <p:spPr>
                <a:xfrm>
                  <a:off x="10412684" y="7496562"/>
                  <a:ext cx="617364" cy="80509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sz="2800" i="1" smtClean="0">
                                <a:solidFill>
                                  <a:schemeClr val="bg1"/>
                                </a:solidFill>
                                <a:latin typeface="Cambria Math" panose="02040503050406030204" pitchFamily="18" charset="0"/>
                              </a:rPr>
                            </m:ctrlPr>
                          </m:fPr>
                          <m:num>
                            <m:r>
                              <a:rPr lang="en-US" sz="2800" b="0" i="1" smtClean="0">
                                <a:solidFill>
                                  <a:schemeClr val="bg1"/>
                                </a:solidFill>
                                <a:latin typeface="Cambria Math" panose="02040503050406030204" pitchFamily="18" charset="0"/>
                              </a:rPr>
                              <m:t>4</m:t>
                            </m:r>
                          </m:num>
                          <m:den>
                            <m:r>
                              <a:rPr lang="en-US" sz="2800" b="0" i="0" smtClean="0">
                                <a:solidFill>
                                  <a:schemeClr val="bg1"/>
                                </a:solidFill>
                                <a:latin typeface="Cambria Math" panose="02040503050406030204" pitchFamily="18" charset="0"/>
                              </a:rPr>
                              <m:t>4</m:t>
                            </m:r>
                          </m:den>
                        </m:f>
                      </m:oMath>
                    </m:oMathPara>
                  </a14:m>
                  <a:endParaRPr lang="en-US" dirty="0">
                    <a:solidFill>
                      <a:schemeClr val="bg1"/>
                    </a:solidFill>
                  </a:endParaRPr>
                </a:p>
              </p:txBody>
            </p:sp>
          </mc:Choice>
          <mc:Fallback>
            <p:sp>
              <p:nvSpPr>
                <p:cNvPr id="34" name="TextBox 33">
                  <a:extLst>
                    <a:ext uri="{FF2B5EF4-FFF2-40B4-BE49-F238E27FC236}">
                      <a16:creationId xmlns:a16="http://schemas.microsoft.com/office/drawing/2014/main" id="{7BC52C94-4E21-AB66-321D-D8D8E28B235A}"/>
                    </a:ext>
                  </a:extLst>
                </p:cNvPr>
                <p:cNvSpPr txBox="1">
                  <a:spLocks noRot="1" noChangeAspect="1" noMove="1" noResize="1" noEditPoints="1" noAdjustHandles="1" noChangeArrowheads="1" noChangeShapeType="1" noTextEdit="1"/>
                </p:cNvSpPr>
                <p:nvPr/>
              </p:nvSpPr>
              <p:spPr>
                <a:xfrm>
                  <a:off x="10412684" y="7496562"/>
                  <a:ext cx="617364" cy="805092"/>
                </a:xfrm>
                <a:prstGeom prst="rect">
                  <a:avLst/>
                </a:prstGeom>
                <a:blipFill>
                  <a:blip r:embed="rId7"/>
                  <a:stretch>
                    <a:fillRect/>
                  </a:stretch>
                </a:blipFill>
              </p:spPr>
              <p:txBody>
                <a:bodyPr/>
                <a:lstStyle/>
                <a:p>
                  <a:r>
                    <a:rPr lang="en-US">
                      <a:noFill/>
                    </a:rPr>
                    <a:t> </a:t>
                  </a:r>
                </a:p>
              </p:txBody>
            </p:sp>
          </mc:Fallback>
        </mc:AlternateContent>
        <p:sp>
          <p:nvSpPr>
            <p:cNvPr id="35" name="TextBox 34">
              <a:extLst>
                <a:ext uri="{FF2B5EF4-FFF2-40B4-BE49-F238E27FC236}">
                  <a16:creationId xmlns:a16="http://schemas.microsoft.com/office/drawing/2014/main" id="{57B550FB-981B-D10E-F25C-777BCFA43AC6}"/>
                </a:ext>
              </a:extLst>
            </p:cNvPr>
            <p:cNvSpPr txBox="1"/>
            <p:nvPr/>
          </p:nvSpPr>
          <p:spPr>
            <a:xfrm>
              <a:off x="2021214" y="3627601"/>
              <a:ext cx="1944509" cy="461665"/>
            </a:xfrm>
            <a:prstGeom prst="rect">
              <a:avLst/>
            </a:prstGeom>
            <a:noFill/>
          </p:spPr>
          <p:txBody>
            <a:bodyPr wrap="square" rtlCol="0">
              <a:spAutoFit/>
            </a:bodyPr>
            <a:lstStyle/>
            <a:p>
              <a:r>
                <a:rPr lang="en-US" sz="2400" dirty="0">
                  <a:solidFill>
                    <a:schemeClr val="bg1"/>
                  </a:solidFill>
                </a:rPr>
                <a:t>Discovery</a:t>
              </a:r>
            </a:p>
          </p:txBody>
        </p:sp>
        <p:sp>
          <p:nvSpPr>
            <p:cNvPr id="36" name="TextBox 35">
              <a:extLst>
                <a:ext uri="{FF2B5EF4-FFF2-40B4-BE49-F238E27FC236}">
                  <a16:creationId xmlns:a16="http://schemas.microsoft.com/office/drawing/2014/main" id="{1E00AD1E-C522-5B09-7288-F6D2E56575D5}"/>
                </a:ext>
              </a:extLst>
            </p:cNvPr>
            <p:cNvSpPr txBox="1"/>
            <p:nvPr/>
          </p:nvSpPr>
          <p:spPr>
            <a:xfrm>
              <a:off x="2075827" y="4126873"/>
              <a:ext cx="1494340" cy="461665"/>
            </a:xfrm>
            <a:prstGeom prst="rect">
              <a:avLst/>
            </a:prstGeom>
            <a:noFill/>
          </p:spPr>
          <p:txBody>
            <a:bodyPr wrap="square" rtlCol="0">
              <a:spAutoFit/>
            </a:bodyPr>
            <a:lstStyle/>
            <a:p>
              <a:r>
                <a:rPr lang="en-US" sz="2400" dirty="0">
                  <a:solidFill>
                    <a:schemeClr val="bg1"/>
                  </a:solidFill>
                </a:rPr>
                <a:t>Low</a:t>
              </a:r>
            </a:p>
          </p:txBody>
        </p:sp>
        <p:cxnSp>
          <p:nvCxnSpPr>
            <p:cNvPr id="38" name="Straight Arrow Connector 37">
              <a:extLst>
                <a:ext uri="{FF2B5EF4-FFF2-40B4-BE49-F238E27FC236}">
                  <a16:creationId xmlns:a16="http://schemas.microsoft.com/office/drawing/2014/main" id="{A6EC6780-83B9-77C0-5631-2FE00BA7C70F}"/>
                </a:ext>
              </a:extLst>
            </p:cNvPr>
            <p:cNvCxnSpPr>
              <a:cxnSpLocks/>
            </p:cNvCxnSpPr>
            <p:nvPr/>
          </p:nvCxnSpPr>
          <p:spPr>
            <a:xfrm>
              <a:off x="3561103" y="3892509"/>
              <a:ext cx="834215"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5A124F74-63E6-676D-43F8-FEC0F640F155}"/>
                </a:ext>
              </a:extLst>
            </p:cNvPr>
            <p:cNvCxnSpPr>
              <a:cxnSpLocks/>
            </p:cNvCxnSpPr>
            <p:nvPr/>
          </p:nvCxnSpPr>
          <p:spPr>
            <a:xfrm>
              <a:off x="2993468" y="4393100"/>
              <a:ext cx="1296871"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45363428-9DE4-ADF6-99FD-71123E0A6201}"/>
                </a:ext>
              </a:extLst>
            </p:cNvPr>
            <p:cNvCxnSpPr/>
            <p:nvPr/>
          </p:nvCxnSpPr>
          <p:spPr>
            <a:xfrm>
              <a:off x="5943600" y="4914284"/>
              <a:ext cx="213851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71B1ED37-66B1-4F4D-9865-FA5988DFDEC0}"/>
                </a:ext>
              </a:extLst>
            </p:cNvPr>
            <p:cNvCxnSpPr>
              <a:cxnSpLocks/>
            </p:cNvCxnSpPr>
            <p:nvPr/>
          </p:nvCxnSpPr>
          <p:spPr>
            <a:xfrm flipV="1">
              <a:off x="9137660" y="3846909"/>
              <a:ext cx="994482" cy="78224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108BF966-97B6-2BD7-187B-CC8B33706E0F}"/>
                </a:ext>
              </a:extLst>
            </p:cNvPr>
            <p:cNvCxnSpPr>
              <a:cxnSpLocks/>
            </p:cNvCxnSpPr>
            <p:nvPr/>
          </p:nvCxnSpPr>
          <p:spPr>
            <a:xfrm flipH="1">
              <a:off x="11304052" y="5506375"/>
              <a:ext cx="1268382" cy="104594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1EF3A334-AD6B-D7FD-149C-BEE376D58D10}"/>
                </a:ext>
              </a:extLst>
            </p:cNvPr>
            <p:cNvCxnSpPr>
              <a:cxnSpLocks/>
            </p:cNvCxnSpPr>
            <p:nvPr/>
          </p:nvCxnSpPr>
          <p:spPr>
            <a:xfrm>
              <a:off x="11473294" y="3533013"/>
              <a:ext cx="1282751" cy="113246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F38F8F89-3F85-F28F-19CC-111B09AB8E99}"/>
                </a:ext>
              </a:extLst>
            </p:cNvPr>
            <p:cNvCxnSpPr>
              <a:cxnSpLocks/>
            </p:cNvCxnSpPr>
            <p:nvPr/>
          </p:nvCxnSpPr>
          <p:spPr>
            <a:xfrm flipH="1" flipV="1">
              <a:off x="9043395" y="5718405"/>
              <a:ext cx="1114753" cy="109211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10979083"/>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74">
          <a:extLst>
            <a:ext uri="{FF2B5EF4-FFF2-40B4-BE49-F238E27FC236}">
              <a16:creationId xmlns:a16="http://schemas.microsoft.com/office/drawing/2014/main" id="{BCC9EDDC-959B-6679-BEA7-B72CDE020274}"/>
            </a:ext>
          </a:extLst>
        </p:cNvPr>
        <p:cNvGrpSpPr/>
        <p:nvPr/>
      </p:nvGrpSpPr>
      <p:grpSpPr>
        <a:xfrm>
          <a:off x="0" y="0"/>
          <a:ext cx="0" cy="0"/>
          <a:chOff x="0" y="0"/>
          <a:chExt cx="0" cy="0"/>
        </a:xfrm>
      </p:grpSpPr>
      <p:cxnSp>
        <p:nvCxnSpPr>
          <p:cNvPr id="75" name="Google Shape;75;p10">
            <a:extLst>
              <a:ext uri="{FF2B5EF4-FFF2-40B4-BE49-F238E27FC236}">
                <a16:creationId xmlns:a16="http://schemas.microsoft.com/office/drawing/2014/main" id="{B747627F-D7E7-FEBE-0968-AD4F8BC265FE}"/>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a:extLst>
              <a:ext uri="{FF2B5EF4-FFF2-40B4-BE49-F238E27FC236}">
                <a16:creationId xmlns:a16="http://schemas.microsoft.com/office/drawing/2014/main" id="{90B162A1-258B-56ED-B89A-9A4EAE667909}"/>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81" name="Google Shape;81;p10">
            <a:extLst>
              <a:ext uri="{FF2B5EF4-FFF2-40B4-BE49-F238E27FC236}">
                <a16:creationId xmlns:a16="http://schemas.microsoft.com/office/drawing/2014/main" id="{1413C6B2-E475-A5C3-76E5-1450C60A40EC}"/>
              </a:ext>
            </a:extLst>
          </p:cNvPr>
          <p:cNvSpPr txBox="1"/>
          <p:nvPr/>
        </p:nvSpPr>
        <p:spPr>
          <a:xfrm>
            <a:off x="3877150" y="714400"/>
            <a:ext cx="12122133" cy="1551194"/>
          </a:xfrm>
          <a:prstGeom prst="rect">
            <a:avLst/>
          </a:prstGeom>
          <a:noFill/>
          <a:ln>
            <a:noFill/>
          </a:ln>
        </p:spPr>
        <p:txBody>
          <a:bodyPr spcFirstLastPara="1" wrap="square" lIns="0" tIns="0" rIns="0" bIns="0" anchor="t" anchorCtr="0">
            <a:spAutoFit/>
          </a:bodyPr>
          <a:lstStyle/>
          <a:p>
            <a:pPr marL="0" marR="0" lvl="0" indent="0" algn="l" rtl="0">
              <a:lnSpc>
                <a:spcPct val="70000"/>
              </a:lnSpc>
              <a:spcBef>
                <a:spcPts val="0"/>
              </a:spcBef>
              <a:spcAft>
                <a:spcPts val="0"/>
              </a:spcAft>
              <a:buNone/>
            </a:pPr>
            <a:r>
              <a:rPr lang="en-US" sz="14400" b="0" i="0" u="none" strike="noStrike" cap="none" dirty="0">
                <a:solidFill>
                  <a:srgbClr val="C2F970"/>
                </a:solidFill>
                <a:latin typeface="Darker Grotesque"/>
                <a:ea typeface="Darker Grotesque"/>
                <a:cs typeface="Darker Grotesque"/>
                <a:sym typeface="Darker Grotesque"/>
              </a:rPr>
              <a:t>Example</a:t>
            </a:r>
            <a:endParaRPr dirty="0"/>
          </a:p>
        </p:txBody>
      </p:sp>
      <p:grpSp>
        <p:nvGrpSpPr>
          <p:cNvPr id="82" name="Google Shape;82;p10">
            <a:extLst>
              <a:ext uri="{FF2B5EF4-FFF2-40B4-BE49-F238E27FC236}">
                <a16:creationId xmlns:a16="http://schemas.microsoft.com/office/drawing/2014/main" id="{3510FFA4-D34F-1A11-65E2-9853B8911A07}"/>
              </a:ext>
            </a:extLst>
          </p:cNvPr>
          <p:cNvGrpSpPr/>
          <p:nvPr/>
        </p:nvGrpSpPr>
        <p:grpSpPr>
          <a:xfrm>
            <a:off x="1772933" y="425090"/>
            <a:ext cx="1944497" cy="1777178"/>
            <a:chOff x="0" y="0"/>
            <a:chExt cx="3467931" cy="3467931"/>
          </a:xfrm>
        </p:grpSpPr>
        <p:grpSp>
          <p:nvGrpSpPr>
            <p:cNvPr id="83" name="Google Shape;83;p10">
              <a:extLst>
                <a:ext uri="{FF2B5EF4-FFF2-40B4-BE49-F238E27FC236}">
                  <a16:creationId xmlns:a16="http://schemas.microsoft.com/office/drawing/2014/main" id="{4225B662-99EE-3F01-109E-DE2F7C9092A5}"/>
                </a:ext>
              </a:extLst>
            </p:cNvPr>
            <p:cNvGrpSpPr/>
            <p:nvPr/>
          </p:nvGrpSpPr>
          <p:grpSpPr>
            <a:xfrm>
              <a:off x="0" y="0"/>
              <a:ext cx="3467931" cy="3467931"/>
              <a:chOff x="0" y="0"/>
              <a:chExt cx="812800" cy="812800"/>
            </a:xfrm>
          </p:grpSpPr>
          <p:sp>
            <p:nvSpPr>
              <p:cNvPr id="84" name="Google Shape;84;p10">
                <a:extLst>
                  <a:ext uri="{FF2B5EF4-FFF2-40B4-BE49-F238E27FC236}">
                    <a16:creationId xmlns:a16="http://schemas.microsoft.com/office/drawing/2014/main" id="{918E68DF-3C1C-1076-118D-AB8B94487483}"/>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38100" cap="sq" cmpd="sng">
                <a:solidFill>
                  <a:srgbClr val="C2F97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10">
                <a:extLst>
                  <a:ext uri="{FF2B5EF4-FFF2-40B4-BE49-F238E27FC236}">
                    <a16:creationId xmlns:a16="http://schemas.microsoft.com/office/drawing/2014/main" id="{3831AD39-CAF0-9D7F-F851-BF6B05D9334E}"/>
                  </a:ext>
                </a:extLst>
              </p:cNvPr>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cxnSp>
          <p:nvCxnSpPr>
            <p:cNvPr id="86" name="Google Shape;86;p10">
              <a:extLst>
                <a:ext uri="{FF2B5EF4-FFF2-40B4-BE49-F238E27FC236}">
                  <a16:creationId xmlns:a16="http://schemas.microsoft.com/office/drawing/2014/main" id="{96448405-5E13-4D67-6B2E-F4DAD8C8C74F}"/>
                </a:ext>
              </a:extLst>
            </p:cNvPr>
            <p:cNvCxnSpPr/>
            <p:nvPr/>
          </p:nvCxnSpPr>
          <p:spPr>
            <a:xfrm>
              <a:off x="858947" y="858947"/>
              <a:ext cx="1748487" cy="1748487"/>
            </a:xfrm>
            <a:prstGeom prst="straightConnector1">
              <a:avLst/>
            </a:prstGeom>
            <a:noFill/>
            <a:ln w="64200" cap="flat" cmpd="sng">
              <a:solidFill>
                <a:srgbClr val="C2F970"/>
              </a:solidFill>
              <a:prstDash val="solid"/>
              <a:round/>
              <a:headEnd type="none" w="sm" len="sm"/>
              <a:tailEnd type="none" w="sm" len="sm"/>
            </a:ln>
          </p:spPr>
        </p:cxnSp>
        <p:cxnSp>
          <p:nvCxnSpPr>
            <p:cNvPr id="87" name="Google Shape;87;p10">
              <a:extLst>
                <a:ext uri="{FF2B5EF4-FFF2-40B4-BE49-F238E27FC236}">
                  <a16:creationId xmlns:a16="http://schemas.microsoft.com/office/drawing/2014/main" id="{F1BF5DCD-503A-A91F-BFD2-958F3BFCB66C}"/>
                </a:ext>
              </a:extLst>
            </p:cNvPr>
            <p:cNvCxnSpPr/>
            <p:nvPr/>
          </p:nvCxnSpPr>
          <p:spPr>
            <a:xfrm>
              <a:off x="1468919" y="2599579"/>
              <a:ext cx="1157476" cy="0"/>
            </a:xfrm>
            <a:prstGeom prst="straightConnector1">
              <a:avLst/>
            </a:prstGeom>
            <a:noFill/>
            <a:ln w="64200" cap="flat" cmpd="sng">
              <a:solidFill>
                <a:srgbClr val="C2F970"/>
              </a:solidFill>
              <a:prstDash val="solid"/>
              <a:round/>
              <a:headEnd type="none" w="sm" len="sm"/>
              <a:tailEnd type="none" w="sm" len="sm"/>
            </a:ln>
          </p:spPr>
        </p:cxnSp>
        <p:cxnSp>
          <p:nvCxnSpPr>
            <p:cNvPr id="88" name="Google Shape;88;p10">
              <a:extLst>
                <a:ext uri="{FF2B5EF4-FFF2-40B4-BE49-F238E27FC236}">
                  <a16:creationId xmlns:a16="http://schemas.microsoft.com/office/drawing/2014/main" id="{4FAEC84A-67B8-6C0B-A124-824A01FD2874}"/>
                </a:ext>
              </a:extLst>
            </p:cNvPr>
            <p:cNvCxnSpPr/>
            <p:nvPr/>
          </p:nvCxnSpPr>
          <p:spPr>
            <a:xfrm rot="10800000">
              <a:off x="2599579" y="1412359"/>
              <a:ext cx="0" cy="1157476"/>
            </a:xfrm>
            <a:prstGeom prst="straightConnector1">
              <a:avLst/>
            </a:prstGeom>
            <a:noFill/>
            <a:ln w="64200" cap="flat" cmpd="sng">
              <a:solidFill>
                <a:srgbClr val="C2F970"/>
              </a:solidFill>
              <a:prstDash val="solid"/>
              <a:round/>
              <a:headEnd type="none" w="sm" len="sm"/>
              <a:tailEnd type="none" w="sm" len="sm"/>
            </a:ln>
          </p:spPr>
        </p:cxnSp>
      </p:grpSp>
      <p:sp>
        <p:nvSpPr>
          <p:cNvPr id="2" name="Oval 1">
            <a:extLst>
              <a:ext uri="{FF2B5EF4-FFF2-40B4-BE49-F238E27FC236}">
                <a16:creationId xmlns:a16="http://schemas.microsoft.com/office/drawing/2014/main" id="{DCAE23C5-DE8A-A031-59C5-CAF1B5F2F5E0}"/>
              </a:ext>
            </a:extLst>
          </p:cNvPr>
          <p:cNvSpPr/>
          <p:nvPr/>
        </p:nvSpPr>
        <p:spPr>
          <a:xfrm>
            <a:off x="4740843" y="4787393"/>
            <a:ext cx="926845" cy="866466"/>
          </a:xfrm>
          <a:prstGeom prst="ellipse">
            <a:avLst/>
          </a:prstGeom>
          <a:ln w="762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A</a:t>
            </a:r>
          </a:p>
        </p:txBody>
      </p:sp>
      <p:sp>
        <p:nvSpPr>
          <p:cNvPr id="3" name="Oval 2">
            <a:extLst>
              <a:ext uri="{FF2B5EF4-FFF2-40B4-BE49-F238E27FC236}">
                <a16:creationId xmlns:a16="http://schemas.microsoft.com/office/drawing/2014/main" id="{EF08E2CE-DACF-6CBC-94AB-A806E57E4B01}"/>
              </a:ext>
            </a:extLst>
          </p:cNvPr>
          <p:cNvSpPr>
            <a:spLocks/>
          </p:cNvSpPr>
          <p:nvPr/>
        </p:nvSpPr>
        <p:spPr>
          <a:xfrm>
            <a:off x="8346548" y="4766800"/>
            <a:ext cx="926845" cy="866466"/>
          </a:xfrm>
          <a:prstGeom prst="ellipse">
            <a:avLst/>
          </a:prstGeom>
          <a:solidFill>
            <a:schemeClr val="tx1">
              <a:lumMod val="50000"/>
              <a:lumOff val="50000"/>
            </a:schemeClr>
          </a:solidFill>
          <a:ln w="762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B</a:t>
            </a:r>
          </a:p>
        </p:txBody>
      </p:sp>
      <p:sp>
        <p:nvSpPr>
          <p:cNvPr id="4" name="Oval 3">
            <a:extLst>
              <a:ext uri="{FF2B5EF4-FFF2-40B4-BE49-F238E27FC236}">
                <a16:creationId xmlns:a16="http://schemas.microsoft.com/office/drawing/2014/main" id="{2AFF9762-3188-0355-6832-F1DBDC6AFA9C}"/>
              </a:ext>
            </a:extLst>
          </p:cNvPr>
          <p:cNvSpPr/>
          <p:nvPr/>
        </p:nvSpPr>
        <p:spPr>
          <a:xfrm>
            <a:off x="10276951" y="3152934"/>
            <a:ext cx="926845" cy="866466"/>
          </a:xfrm>
          <a:prstGeom prst="ellipse">
            <a:avLst/>
          </a:prstGeom>
          <a:ln w="762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C</a:t>
            </a:r>
          </a:p>
        </p:txBody>
      </p:sp>
      <p:sp>
        <p:nvSpPr>
          <p:cNvPr id="5" name="Oval 4">
            <a:extLst>
              <a:ext uri="{FF2B5EF4-FFF2-40B4-BE49-F238E27FC236}">
                <a16:creationId xmlns:a16="http://schemas.microsoft.com/office/drawing/2014/main" id="{8D5E8121-6157-EB81-A779-169C0F0A8C2C}"/>
              </a:ext>
            </a:extLst>
          </p:cNvPr>
          <p:cNvSpPr/>
          <p:nvPr/>
        </p:nvSpPr>
        <p:spPr>
          <a:xfrm>
            <a:off x="12620312" y="4787393"/>
            <a:ext cx="926845" cy="866466"/>
          </a:xfrm>
          <a:prstGeom prst="ellipse">
            <a:avLst/>
          </a:prstGeom>
          <a:ln w="762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D</a:t>
            </a:r>
          </a:p>
        </p:txBody>
      </p:sp>
      <p:sp>
        <p:nvSpPr>
          <p:cNvPr id="6" name="Oval 5">
            <a:extLst>
              <a:ext uri="{FF2B5EF4-FFF2-40B4-BE49-F238E27FC236}">
                <a16:creationId xmlns:a16="http://schemas.microsoft.com/office/drawing/2014/main" id="{7CC10D00-EECF-9D54-DBF6-7045279A90DC}"/>
              </a:ext>
            </a:extLst>
          </p:cNvPr>
          <p:cNvSpPr/>
          <p:nvPr/>
        </p:nvSpPr>
        <p:spPr>
          <a:xfrm>
            <a:off x="10276951" y="6475006"/>
            <a:ext cx="926845" cy="866466"/>
          </a:xfrm>
          <a:prstGeom prst="ellipse">
            <a:avLst/>
          </a:prstGeom>
          <a:solidFill>
            <a:schemeClr val="tx1">
              <a:lumMod val="50000"/>
              <a:lumOff val="50000"/>
            </a:schemeClr>
          </a:solidFill>
          <a:ln w="762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E</a:t>
            </a:r>
          </a:p>
        </p:txBody>
      </p:sp>
      <p:cxnSp>
        <p:nvCxnSpPr>
          <p:cNvPr id="10" name="Straight Connector 9">
            <a:extLst>
              <a:ext uri="{FF2B5EF4-FFF2-40B4-BE49-F238E27FC236}">
                <a16:creationId xmlns:a16="http://schemas.microsoft.com/office/drawing/2014/main" id="{4FE74FD5-121F-DA70-178F-BBB5BD38D09E}"/>
              </a:ext>
            </a:extLst>
          </p:cNvPr>
          <p:cNvCxnSpPr>
            <a:stCxn id="2" idx="6"/>
            <a:endCxn id="3" idx="2"/>
          </p:cNvCxnSpPr>
          <p:nvPr/>
        </p:nvCxnSpPr>
        <p:spPr>
          <a:xfrm flipV="1">
            <a:off x="5667688" y="5200033"/>
            <a:ext cx="2678860" cy="20593"/>
          </a:xfrm>
          <a:prstGeom prst="line">
            <a:avLst/>
          </a:prstGeom>
          <a:ln w="76200">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0B6517CE-564B-F346-AAF5-78B77D11D915}"/>
              </a:ext>
            </a:extLst>
          </p:cNvPr>
          <p:cNvCxnSpPr>
            <a:cxnSpLocks/>
            <a:stCxn id="3" idx="7"/>
            <a:endCxn id="4" idx="3"/>
          </p:cNvCxnSpPr>
          <p:nvPr/>
        </p:nvCxnSpPr>
        <p:spPr>
          <a:xfrm flipV="1">
            <a:off x="9137660" y="3892509"/>
            <a:ext cx="1275024" cy="1001182"/>
          </a:xfrm>
          <a:prstGeom prst="line">
            <a:avLst/>
          </a:prstGeom>
          <a:ln w="76200">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3BB5570-3EAF-AA45-CFFD-F6370BA4B3AF}"/>
              </a:ext>
            </a:extLst>
          </p:cNvPr>
          <p:cNvCxnSpPr>
            <a:cxnSpLocks/>
            <a:stCxn id="6" idx="6"/>
            <a:endCxn id="5" idx="3"/>
          </p:cNvCxnSpPr>
          <p:nvPr/>
        </p:nvCxnSpPr>
        <p:spPr>
          <a:xfrm flipV="1">
            <a:off x="11203796" y="5526968"/>
            <a:ext cx="1552249" cy="1381271"/>
          </a:xfrm>
          <a:prstGeom prst="line">
            <a:avLst/>
          </a:prstGeom>
          <a:ln w="76200">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4502A0DF-53E1-9320-CB16-582F45FAC582}"/>
              </a:ext>
            </a:extLst>
          </p:cNvPr>
          <p:cNvCxnSpPr>
            <a:cxnSpLocks/>
            <a:stCxn id="3" idx="5"/>
          </p:cNvCxnSpPr>
          <p:nvPr/>
        </p:nvCxnSpPr>
        <p:spPr>
          <a:xfrm>
            <a:off x="9137660" y="5506375"/>
            <a:ext cx="1239547" cy="1219005"/>
          </a:xfrm>
          <a:prstGeom prst="line">
            <a:avLst/>
          </a:prstGeom>
          <a:ln w="76200">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5D9C6F89-066D-7EB7-5EA2-0FDF455E52F4}"/>
              </a:ext>
            </a:extLst>
          </p:cNvPr>
          <p:cNvCxnSpPr>
            <a:cxnSpLocks/>
            <a:stCxn id="4" idx="6"/>
            <a:endCxn id="5" idx="1"/>
          </p:cNvCxnSpPr>
          <p:nvPr/>
        </p:nvCxnSpPr>
        <p:spPr>
          <a:xfrm>
            <a:off x="11203796" y="3586167"/>
            <a:ext cx="1552249" cy="1328117"/>
          </a:xfrm>
          <a:prstGeom prst="line">
            <a:avLst/>
          </a:prstGeom>
          <a:ln w="76200">
            <a:solidFill>
              <a:srgbClr val="92D05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9" name="TextBox 28">
                <a:extLst>
                  <a:ext uri="{FF2B5EF4-FFF2-40B4-BE49-F238E27FC236}">
                    <a16:creationId xmlns:a16="http://schemas.microsoft.com/office/drawing/2014/main" id="{DDFC808E-EAAC-6CD0-4B2F-5D3CDE6B1959}"/>
                  </a:ext>
                </a:extLst>
              </p:cNvPr>
              <p:cNvSpPr txBox="1"/>
              <p:nvPr/>
            </p:nvSpPr>
            <p:spPr>
              <a:xfrm>
                <a:off x="4361279" y="3745587"/>
                <a:ext cx="617364" cy="80663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sz="2800" i="1" smtClean="0">
                              <a:solidFill>
                                <a:schemeClr val="bg1"/>
                              </a:solidFill>
                              <a:latin typeface="Cambria Math" panose="02040503050406030204" pitchFamily="18" charset="0"/>
                            </a:rPr>
                          </m:ctrlPr>
                        </m:fPr>
                        <m:num>
                          <m:r>
                            <a:rPr lang="en-US" sz="2800">
                              <a:solidFill>
                                <a:schemeClr val="bg1"/>
                              </a:solidFill>
                              <a:latin typeface="Cambria Math" panose="02040503050406030204" pitchFamily="18" charset="0"/>
                            </a:rPr>
                            <m:t>1</m:t>
                          </m:r>
                        </m:num>
                        <m:den>
                          <m:r>
                            <a:rPr lang="en-US" sz="2800" i="0">
                              <a:solidFill>
                                <a:schemeClr val="bg1"/>
                              </a:solidFill>
                              <a:latin typeface="Cambria Math" panose="02040503050406030204" pitchFamily="18" charset="0"/>
                            </a:rPr>
                            <m:t>1</m:t>
                          </m:r>
                        </m:den>
                      </m:f>
                    </m:oMath>
                  </m:oMathPara>
                </a14:m>
                <a:endParaRPr lang="en-US" dirty="0">
                  <a:solidFill>
                    <a:schemeClr val="bg1"/>
                  </a:solidFill>
                </a:endParaRPr>
              </a:p>
            </p:txBody>
          </p:sp>
        </mc:Choice>
        <mc:Fallback>
          <p:sp>
            <p:nvSpPr>
              <p:cNvPr id="29" name="TextBox 28">
                <a:extLst>
                  <a:ext uri="{FF2B5EF4-FFF2-40B4-BE49-F238E27FC236}">
                    <a16:creationId xmlns:a16="http://schemas.microsoft.com/office/drawing/2014/main" id="{DDFC808E-EAAC-6CD0-4B2F-5D3CDE6B1959}"/>
                  </a:ext>
                </a:extLst>
              </p:cNvPr>
              <p:cNvSpPr txBox="1">
                <a:spLocks noRot="1" noChangeAspect="1" noMove="1" noResize="1" noEditPoints="1" noAdjustHandles="1" noChangeArrowheads="1" noChangeShapeType="1" noTextEdit="1"/>
              </p:cNvSpPr>
              <p:nvPr/>
            </p:nvSpPr>
            <p:spPr>
              <a:xfrm>
                <a:off x="4361279" y="3745587"/>
                <a:ext cx="617364" cy="806631"/>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1" name="TextBox 30">
                <a:extLst>
                  <a:ext uri="{FF2B5EF4-FFF2-40B4-BE49-F238E27FC236}">
                    <a16:creationId xmlns:a16="http://schemas.microsoft.com/office/drawing/2014/main" id="{E6CEB309-A727-84D0-D01D-FB86703D5E75}"/>
                  </a:ext>
                </a:extLst>
              </p:cNvPr>
              <p:cNvSpPr txBox="1"/>
              <p:nvPr/>
            </p:nvSpPr>
            <p:spPr>
              <a:xfrm>
                <a:off x="8192606" y="3822519"/>
                <a:ext cx="617364" cy="80663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sz="2800" i="1" smtClean="0">
                              <a:solidFill>
                                <a:schemeClr val="bg1"/>
                              </a:solidFill>
                              <a:latin typeface="Cambria Math" panose="02040503050406030204" pitchFamily="18" charset="0"/>
                            </a:rPr>
                          </m:ctrlPr>
                        </m:fPr>
                        <m:num>
                          <m:r>
                            <a:rPr lang="en-US" sz="2800" b="0" i="1" smtClean="0">
                              <a:solidFill>
                                <a:schemeClr val="bg1"/>
                              </a:solidFill>
                              <a:latin typeface="Cambria Math" panose="02040503050406030204" pitchFamily="18" charset="0"/>
                            </a:rPr>
                            <m:t>2</m:t>
                          </m:r>
                        </m:num>
                        <m:den>
                          <m:r>
                            <a:rPr lang="en-US" sz="2800" b="0" i="0" smtClean="0">
                              <a:solidFill>
                                <a:schemeClr val="bg1"/>
                              </a:solidFill>
                              <a:latin typeface="Cambria Math" panose="02040503050406030204" pitchFamily="18" charset="0"/>
                            </a:rPr>
                            <m:t>2</m:t>
                          </m:r>
                        </m:den>
                      </m:f>
                    </m:oMath>
                  </m:oMathPara>
                </a14:m>
                <a:endParaRPr lang="en-US" dirty="0">
                  <a:solidFill>
                    <a:schemeClr val="bg1"/>
                  </a:solidFill>
                </a:endParaRPr>
              </a:p>
            </p:txBody>
          </p:sp>
        </mc:Choice>
        <mc:Fallback>
          <p:sp>
            <p:nvSpPr>
              <p:cNvPr id="31" name="TextBox 30">
                <a:extLst>
                  <a:ext uri="{FF2B5EF4-FFF2-40B4-BE49-F238E27FC236}">
                    <a16:creationId xmlns:a16="http://schemas.microsoft.com/office/drawing/2014/main" id="{E6CEB309-A727-84D0-D01D-FB86703D5E75}"/>
                  </a:ext>
                </a:extLst>
              </p:cNvPr>
              <p:cNvSpPr txBox="1">
                <a:spLocks noRot="1" noChangeAspect="1" noMove="1" noResize="1" noEditPoints="1" noAdjustHandles="1" noChangeArrowheads="1" noChangeShapeType="1" noTextEdit="1"/>
              </p:cNvSpPr>
              <p:nvPr/>
            </p:nvSpPr>
            <p:spPr>
              <a:xfrm>
                <a:off x="8192606" y="3822519"/>
                <a:ext cx="617364" cy="806631"/>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2" name="TextBox 31">
                <a:extLst>
                  <a:ext uri="{FF2B5EF4-FFF2-40B4-BE49-F238E27FC236}">
                    <a16:creationId xmlns:a16="http://schemas.microsoft.com/office/drawing/2014/main" id="{94CBAB92-37D8-F3EF-E3F1-253F18E4E55B}"/>
                  </a:ext>
                </a:extLst>
              </p:cNvPr>
              <p:cNvSpPr txBox="1"/>
              <p:nvPr/>
            </p:nvSpPr>
            <p:spPr>
              <a:xfrm>
                <a:off x="10431691" y="2202267"/>
                <a:ext cx="617364" cy="80663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sz="2800" i="1" smtClean="0">
                              <a:solidFill>
                                <a:schemeClr val="bg1"/>
                              </a:solidFill>
                              <a:latin typeface="Cambria Math" panose="02040503050406030204" pitchFamily="18" charset="0"/>
                            </a:rPr>
                          </m:ctrlPr>
                        </m:fPr>
                        <m:num>
                          <m:r>
                            <a:rPr lang="en-US" sz="2800" b="0" i="1" smtClean="0">
                              <a:solidFill>
                                <a:schemeClr val="bg1"/>
                              </a:solidFill>
                              <a:latin typeface="Cambria Math" panose="02040503050406030204" pitchFamily="18" charset="0"/>
                            </a:rPr>
                            <m:t>3</m:t>
                          </m:r>
                        </m:num>
                        <m:den>
                          <m:r>
                            <a:rPr lang="en-US" sz="2800" b="0" i="0" smtClean="0">
                              <a:solidFill>
                                <a:schemeClr val="bg1"/>
                              </a:solidFill>
                              <a:latin typeface="Cambria Math" panose="02040503050406030204" pitchFamily="18" charset="0"/>
                            </a:rPr>
                            <m:t>3</m:t>
                          </m:r>
                        </m:den>
                      </m:f>
                    </m:oMath>
                  </m:oMathPara>
                </a14:m>
                <a:endParaRPr lang="en-US" dirty="0">
                  <a:solidFill>
                    <a:schemeClr val="bg1"/>
                  </a:solidFill>
                </a:endParaRPr>
              </a:p>
            </p:txBody>
          </p:sp>
        </mc:Choice>
        <mc:Fallback>
          <p:sp>
            <p:nvSpPr>
              <p:cNvPr id="32" name="TextBox 31">
                <a:extLst>
                  <a:ext uri="{FF2B5EF4-FFF2-40B4-BE49-F238E27FC236}">
                    <a16:creationId xmlns:a16="http://schemas.microsoft.com/office/drawing/2014/main" id="{94CBAB92-37D8-F3EF-E3F1-253F18E4E55B}"/>
                  </a:ext>
                </a:extLst>
              </p:cNvPr>
              <p:cNvSpPr txBox="1">
                <a:spLocks noRot="1" noChangeAspect="1" noMove="1" noResize="1" noEditPoints="1" noAdjustHandles="1" noChangeArrowheads="1" noChangeShapeType="1" noTextEdit="1"/>
              </p:cNvSpPr>
              <p:nvPr/>
            </p:nvSpPr>
            <p:spPr>
              <a:xfrm>
                <a:off x="10431691" y="2202267"/>
                <a:ext cx="617364" cy="806631"/>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3" name="TextBox 32">
                <a:extLst>
                  <a:ext uri="{FF2B5EF4-FFF2-40B4-BE49-F238E27FC236}">
                    <a16:creationId xmlns:a16="http://schemas.microsoft.com/office/drawing/2014/main" id="{F48EDE38-A91C-4619-452B-55F8374D1F4F}"/>
                  </a:ext>
                </a:extLst>
              </p:cNvPr>
              <p:cNvSpPr txBox="1"/>
              <p:nvPr/>
            </p:nvSpPr>
            <p:spPr>
              <a:xfrm>
                <a:off x="12929793" y="3846909"/>
                <a:ext cx="617364" cy="80509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sz="2800" i="1" smtClean="0">
                              <a:solidFill>
                                <a:schemeClr val="bg1"/>
                              </a:solidFill>
                              <a:latin typeface="Cambria Math" panose="02040503050406030204" pitchFamily="18" charset="0"/>
                            </a:rPr>
                          </m:ctrlPr>
                        </m:fPr>
                        <m:num>
                          <m:r>
                            <a:rPr lang="en-US" sz="2800" b="0" i="1" smtClean="0">
                              <a:solidFill>
                                <a:schemeClr val="bg1"/>
                              </a:solidFill>
                              <a:latin typeface="Cambria Math" panose="02040503050406030204" pitchFamily="18" charset="0"/>
                            </a:rPr>
                            <m:t>4</m:t>
                          </m:r>
                        </m:num>
                        <m:den>
                          <m:r>
                            <a:rPr lang="en-US" sz="2800" b="0" i="0" smtClean="0">
                              <a:solidFill>
                                <a:schemeClr val="bg1"/>
                              </a:solidFill>
                              <a:latin typeface="Cambria Math" panose="02040503050406030204" pitchFamily="18" charset="0"/>
                            </a:rPr>
                            <m:t>4</m:t>
                          </m:r>
                        </m:den>
                      </m:f>
                    </m:oMath>
                  </m:oMathPara>
                </a14:m>
                <a:endParaRPr lang="en-US" dirty="0">
                  <a:solidFill>
                    <a:schemeClr val="bg1"/>
                  </a:solidFill>
                </a:endParaRPr>
              </a:p>
            </p:txBody>
          </p:sp>
        </mc:Choice>
        <mc:Fallback>
          <p:sp>
            <p:nvSpPr>
              <p:cNvPr id="33" name="TextBox 32">
                <a:extLst>
                  <a:ext uri="{FF2B5EF4-FFF2-40B4-BE49-F238E27FC236}">
                    <a16:creationId xmlns:a16="http://schemas.microsoft.com/office/drawing/2014/main" id="{F48EDE38-A91C-4619-452B-55F8374D1F4F}"/>
                  </a:ext>
                </a:extLst>
              </p:cNvPr>
              <p:cNvSpPr txBox="1">
                <a:spLocks noRot="1" noChangeAspect="1" noMove="1" noResize="1" noEditPoints="1" noAdjustHandles="1" noChangeArrowheads="1" noChangeShapeType="1" noTextEdit="1"/>
              </p:cNvSpPr>
              <p:nvPr/>
            </p:nvSpPr>
            <p:spPr>
              <a:xfrm>
                <a:off x="12929793" y="3846909"/>
                <a:ext cx="617364" cy="80509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4" name="TextBox 33">
                <a:extLst>
                  <a:ext uri="{FF2B5EF4-FFF2-40B4-BE49-F238E27FC236}">
                    <a16:creationId xmlns:a16="http://schemas.microsoft.com/office/drawing/2014/main" id="{DE62B37E-71EA-FD13-40DC-3685BC55D17B}"/>
                  </a:ext>
                </a:extLst>
              </p:cNvPr>
              <p:cNvSpPr txBox="1"/>
              <p:nvPr/>
            </p:nvSpPr>
            <p:spPr>
              <a:xfrm>
                <a:off x="10412684" y="7496562"/>
                <a:ext cx="617364" cy="84382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sz="2800" i="1" smtClean="0">
                              <a:solidFill>
                                <a:schemeClr val="bg1"/>
                              </a:solidFill>
                              <a:latin typeface="Cambria Math" panose="02040503050406030204" pitchFamily="18" charset="0"/>
                            </a:rPr>
                          </m:ctrlPr>
                        </m:fPr>
                        <m:num>
                          <m:r>
                            <a:rPr lang="en-US" sz="2800" b="0" i="1" smtClean="0">
                              <a:solidFill>
                                <a:schemeClr val="bg1"/>
                              </a:solidFill>
                              <a:latin typeface="Cambria Math" panose="02040503050406030204" pitchFamily="18" charset="0"/>
                            </a:rPr>
                            <m:t>5</m:t>
                          </m:r>
                        </m:num>
                        <m:den>
                          <m:r>
                            <a:rPr lang="en-US" sz="2800" b="0" i="1" smtClean="0">
                              <a:solidFill>
                                <a:schemeClr val="bg1"/>
                              </a:solidFill>
                              <a:latin typeface="Cambria Math" panose="02040503050406030204" pitchFamily="18" charset="0"/>
                            </a:rPr>
                            <m:t>2</m:t>
                          </m:r>
                        </m:den>
                      </m:f>
                    </m:oMath>
                  </m:oMathPara>
                </a14:m>
                <a:endParaRPr lang="en-US" dirty="0">
                  <a:solidFill>
                    <a:schemeClr val="bg1"/>
                  </a:solidFill>
                </a:endParaRPr>
              </a:p>
            </p:txBody>
          </p:sp>
        </mc:Choice>
        <mc:Fallback>
          <p:sp>
            <p:nvSpPr>
              <p:cNvPr id="34" name="TextBox 33">
                <a:extLst>
                  <a:ext uri="{FF2B5EF4-FFF2-40B4-BE49-F238E27FC236}">
                    <a16:creationId xmlns:a16="http://schemas.microsoft.com/office/drawing/2014/main" id="{DE62B37E-71EA-FD13-40DC-3685BC55D17B}"/>
                  </a:ext>
                </a:extLst>
              </p:cNvPr>
              <p:cNvSpPr txBox="1">
                <a:spLocks noRot="1" noChangeAspect="1" noMove="1" noResize="1" noEditPoints="1" noAdjustHandles="1" noChangeArrowheads="1" noChangeShapeType="1" noTextEdit="1"/>
              </p:cNvSpPr>
              <p:nvPr/>
            </p:nvSpPr>
            <p:spPr>
              <a:xfrm>
                <a:off x="10412684" y="7496562"/>
                <a:ext cx="617364" cy="843821"/>
              </a:xfrm>
              <a:prstGeom prst="rect">
                <a:avLst/>
              </a:prstGeom>
              <a:blipFill>
                <a:blip r:embed="rId7"/>
                <a:stretch>
                  <a:fillRect/>
                </a:stretch>
              </a:blipFill>
            </p:spPr>
            <p:txBody>
              <a:bodyPr/>
              <a:lstStyle/>
              <a:p>
                <a:r>
                  <a:rPr lang="en-US">
                    <a:noFill/>
                  </a:rPr>
                  <a:t> </a:t>
                </a:r>
              </a:p>
            </p:txBody>
          </p:sp>
        </mc:Fallback>
      </mc:AlternateContent>
      <p:sp>
        <p:nvSpPr>
          <p:cNvPr id="35" name="TextBox 34">
            <a:extLst>
              <a:ext uri="{FF2B5EF4-FFF2-40B4-BE49-F238E27FC236}">
                <a16:creationId xmlns:a16="http://schemas.microsoft.com/office/drawing/2014/main" id="{CE06159B-9D3E-FBEE-09A2-D4E90772FB68}"/>
              </a:ext>
            </a:extLst>
          </p:cNvPr>
          <p:cNvSpPr txBox="1"/>
          <p:nvPr/>
        </p:nvSpPr>
        <p:spPr>
          <a:xfrm>
            <a:off x="2021214" y="3627601"/>
            <a:ext cx="1944509" cy="461665"/>
          </a:xfrm>
          <a:prstGeom prst="rect">
            <a:avLst/>
          </a:prstGeom>
          <a:noFill/>
        </p:spPr>
        <p:txBody>
          <a:bodyPr wrap="square" rtlCol="0">
            <a:spAutoFit/>
          </a:bodyPr>
          <a:lstStyle/>
          <a:p>
            <a:r>
              <a:rPr lang="en-US" sz="2400" dirty="0">
                <a:solidFill>
                  <a:schemeClr val="bg1"/>
                </a:solidFill>
              </a:rPr>
              <a:t>Discovery</a:t>
            </a:r>
          </a:p>
        </p:txBody>
      </p:sp>
      <p:sp>
        <p:nvSpPr>
          <p:cNvPr id="36" name="TextBox 35">
            <a:extLst>
              <a:ext uri="{FF2B5EF4-FFF2-40B4-BE49-F238E27FC236}">
                <a16:creationId xmlns:a16="http://schemas.microsoft.com/office/drawing/2014/main" id="{42C3CF66-4CC9-F239-7D16-2750BF492797}"/>
              </a:ext>
            </a:extLst>
          </p:cNvPr>
          <p:cNvSpPr txBox="1"/>
          <p:nvPr/>
        </p:nvSpPr>
        <p:spPr>
          <a:xfrm>
            <a:off x="2075827" y="4126873"/>
            <a:ext cx="1494340" cy="461665"/>
          </a:xfrm>
          <a:prstGeom prst="rect">
            <a:avLst/>
          </a:prstGeom>
          <a:noFill/>
        </p:spPr>
        <p:txBody>
          <a:bodyPr wrap="square" rtlCol="0">
            <a:spAutoFit/>
          </a:bodyPr>
          <a:lstStyle/>
          <a:p>
            <a:r>
              <a:rPr lang="en-US" sz="2400" dirty="0">
                <a:solidFill>
                  <a:schemeClr val="bg1"/>
                </a:solidFill>
              </a:rPr>
              <a:t>Low</a:t>
            </a:r>
          </a:p>
        </p:txBody>
      </p:sp>
      <p:cxnSp>
        <p:nvCxnSpPr>
          <p:cNvPr id="38" name="Straight Arrow Connector 37">
            <a:extLst>
              <a:ext uri="{FF2B5EF4-FFF2-40B4-BE49-F238E27FC236}">
                <a16:creationId xmlns:a16="http://schemas.microsoft.com/office/drawing/2014/main" id="{057FA3FE-C80F-2632-99C6-A8538AB2226D}"/>
              </a:ext>
            </a:extLst>
          </p:cNvPr>
          <p:cNvCxnSpPr>
            <a:cxnSpLocks/>
          </p:cNvCxnSpPr>
          <p:nvPr/>
        </p:nvCxnSpPr>
        <p:spPr>
          <a:xfrm>
            <a:off x="3561103" y="3892509"/>
            <a:ext cx="834215"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DCADDA1B-745C-9429-B2D6-91DBBC3ECA78}"/>
              </a:ext>
            </a:extLst>
          </p:cNvPr>
          <p:cNvCxnSpPr>
            <a:cxnSpLocks/>
          </p:cNvCxnSpPr>
          <p:nvPr/>
        </p:nvCxnSpPr>
        <p:spPr>
          <a:xfrm>
            <a:off x="2993468" y="4393100"/>
            <a:ext cx="1296871"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B2F94D59-754E-0692-38ED-E84366C6E089}"/>
              </a:ext>
            </a:extLst>
          </p:cNvPr>
          <p:cNvCxnSpPr/>
          <p:nvPr/>
        </p:nvCxnSpPr>
        <p:spPr>
          <a:xfrm>
            <a:off x="5943600" y="4914284"/>
            <a:ext cx="213851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5BFBCECB-18B7-6132-A114-764EBACA4742}"/>
              </a:ext>
            </a:extLst>
          </p:cNvPr>
          <p:cNvCxnSpPr>
            <a:cxnSpLocks/>
          </p:cNvCxnSpPr>
          <p:nvPr/>
        </p:nvCxnSpPr>
        <p:spPr>
          <a:xfrm flipV="1">
            <a:off x="9137660" y="3846909"/>
            <a:ext cx="994482" cy="78224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6AB413FA-3B2E-76F3-B1C2-4EB7095A4439}"/>
              </a:ext>
            </a:extLst>
          </p:cNvPr>
          <p:cNvCxnSpPr>
            <a:cxnSpLocks/>
          </p:cNvCxnSpPr>
          <p:nvPr/>
        </p:nvCxnSpPr>
        <p:spPr>
          <a:xfrm flipH="1">
            <a:off x="11304052" y="5506375"/>
            <a:ext cx="1268382" cy="104594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28890BA3-DDE7-F8DC-8E2E-2FF30DC9F552}"/>
              </a:ext>
            </a:extLst>
          </p:cNvPr>
          <p:cNvCxnSpPr>
            <a:cxnSpLocks/>
          </p:cNvCxnSpPr>
          <p:nvPr/>
        </p:nvCxnSpPr>
        <p:spPr>
          <a:xfrm>
            <a:off x="11473294" y="3533013"/>
            <a:ext cx="1282751" cy="113246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3FC5D52B-8796-2D22-341B-2CF2D91EF5BE}"/>
              </a:ext>
            </a:extLst>
          </p:cNvPr>
          <p:cNvCxnSpPr>
            <a:cxnSpLocks/>
          </p:cNvCxnSpPr>
          <p:nvPr/>
        </p:nvCxnSpPr>
        <p:spPr>
          <a:xfrm flipH="1" flipV="1">
            <a:off x="9043395" y="5718405"/>
            <a:ext cx="1114753" cy="109211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20787438"/>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74">
          <a:extLst>
            <a:ext uri="{FF2B5EF4-FFF2-40B4-BE49-F238E27FC236}">
              <a16:creationId xmlns:a16="http://schemas.microsoft.com/office/drawing/2014/main" id="{3FC9D059-C326-46A5-C57E-5199956AEFCE}"/>
            </a:ext>
          </a:extLst>
        </p:cNvPr>
        <p:cNvGrpSpPr/>
        <p:nvPr/>
      </p:nvGrpSpPr>
      <p:grpSpPr>
        <a:xfrm>
          <a:off x="0" y="0"/>
          <a:ext cx="0" cy="0"/>
          <a:chOff x="0" y="0"/>
          <a:chExt cx="0" cy="0"/>
        </a:xfrm>
      </p:grpSpPr>
      <p:cxnSp>
        <p:nvCxnSpPr>
          <p:cNvPr id="75" name="Google Shape;75;p10">
            <a:extLst>
              <a:ext uri="{FF2B5EF4-FFF2-40B4-BE49-F238E27FC236}">
                <a16:creationId xmlns:a16="http://schemas.microsoft.com/office/drawing/2014/main" id="{353E3BAE-5355-31F1-6784-3C63C7CB6164}"/>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a:extLst>
              <a:ext uri="{FF2B5EF4-FFF2-40B4-BE49-F238E27FC236}">
                <a16:creationId xmlns:a16="http://schemas.microsoft.com/office/drawing/2014/main" id="{12D24118-DEBC-477C-EE18-E3937D3E1294}"/>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81" name="Google Shape;81;p10">
            <a:extLst>
              <a:ext uri="{FF2B5EF4-FFF2-40B4-BE49-F238E27FC236}">
                <a16:creationId xmlns:a16="http://schemas.microsoft.com/office/drawing/2014/main" id="{79EBCE24-F59E-9608-7067-F96D3E4805BF}"/>
              </a:ext>
            </a:extLst>
          </p:cNvPr>
          <p:cNvSpPr txBox="1"/>
          <p:nvPr/>
        </p:nvSpPr>
        <p:spPr>
          <a:xfrm>
            <a:off x="3877150" y="714400"/>
            <a:ext cx="12122133" cy="1551194"/>
          </a:xfrm>
          <a:prstGeom prst="rect">
            <a:avLst/>
          </a:prstGeom>
          <a:noFill/>
          <a:ln>
            <a:noFill/>
          </a:ln>
        </p:spPr>
        <p:txBody>
          <a:bodyPr spcFirstLastPara="1" wrap="square" lIns="0" tIns="0" rIns="0" bIns="0" anchor="t" anchorCtr="0">
            <a:spAutoFit/>
          </a:bodyPr>
          <a:lstStyle/>
          <a:p>
            <a:pPr marL="0" marR="0" lvl="0" indent="0" algn="l" rtl="0">
              <a:lnSpc>
                <a:spcPct val="70000"/>
              </a:lnSpc>
              <a:spcBef>
                <a:spcPts val="0"/>
              </a:spcBef>
              <a:spcAft>
                <a:spcPts val="0"/>
              </a:spcAft>
              <a:buNone/>
            </a:pPr>
            <a:r>
              <a:rPr lang="en-US" sz="14400" b="0" i="0" u="none" strike="noStrike" cap="none" dirty="0">
                <a:solidFill>
                  <a:srgbClr val="C2F970"/>
                </a:solidFill>
                <a:latin typeface="Darker Grotesque"/>
                <a:ea typeface="Darker Grotesque"/>
                <a:cs typeface="Darker Grotesque"/>
                <a:sym typeface="Darker Grotesque"/>
              </a:rPr>
              <a:t>Example</a:t>
            </a:r>
            <a:endParaRPr dirty="0"/>
          </a:p>
        </p:txBody>
      </p:sp>
      <p:grpSp>
        <p:nvGrpSpPr>
          <p:cNvPr id="82" name="Google Shape;82;p10">
            <a:extLst>
              <a:ext uri="{FF2B5EF4-FFF2-40B4-BE49-F238E27FC236}">
                <a16:creationId xmlns:a16="http://schemas.microsoft.com/office/drawing/2014/main" id="{DC09CF70-60BA-1DB9-8873-618B5968000F}"/>
              </a:ext>
            </a:extLst>
          </p:cNvPr>
          <p:cNvGrpSpPr/>
          <p:nvPr/>
        </p:nvGrpSpPr>
        <p:grpSpPr>
          <a:xfrm>
            <a:off x="1772933" y="425090"/>
            <a:ext cx="1944497" cy="1777178"/>
            <a:chOff x="0" y="0"/>
            <a:chExt cx="3467931" cy="3467931"/>
          </a:xfrm>
        </p:grpSpPr>
        <p:grpSp>
          <p:nvGrpSpPr>
            <p:cNvPr id="83" name="Google Shape;83;p10">
              <a:extLst>
                <a:ext uri="{FF2B5EF4-FFF2-40B4-BE49-F238E27FC236}">
                  <a16:creationId xmlns:a16="http://schemas.microsoft.com/office/drawing/2014/main" id="{63F1C075-DE8D-4E71-CB1C-BF375DFB92B5}"/>
                </a:ext>
              </a:extLst>
            </p:cNvPr>
            <p:cNvGrpSpPr/>
            <p:nvPr/>
          </p:nvGrpSpPr>
          <p:grpSpPr>
            <a:xfrm>
              <a:off x="0" y="0"/>
              <a:ext cx="3467931" cy="3467931"/>
              <a:chOff x="0" y="0"/>
              <a:chExt cx="812800" cy="812800"/>
            </a:xfrm>
          </p:grpSpPr>
          <p:sp>
            <p:nvSpPr>
              <p:cNvPr id="84" name="Google Shape;84;p10">
                <a:extLst>
                  <a:ext uri="{FF2B5EF4-FFF2-40B4-BE49-F238E27FC236}">
                    <a16:creationId xmlns:a16="http://schemas.microsoft.com/office/drawing/2014/main" id="{5FB8DEAF-7C17-3BD0-AE1F-1A77E9642A03}"/>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38100" cap="sq" cmpd="sng">
                <a:solidFill>
                  <a:srgbClr val="C2F97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10">
                <a:extLst>
                  <a:ext uri="{FF2B5EF4-FFF2-40B4-BE49-F238E27FC236}">
                    <a16:creationId xmlns:a16="http://schemas.microsoft.com/office/drawing/2014/main" id="{72F7AAB5-5319-305A-926D-3D63B6694637}"/>
                  </a:ext>
                </a:extLst>
              </p:cNvPr>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cxnSp>
          <p:nvCxnSpPr>
            <p:cNvPr id="86" name="Google Shape;86;p10">
              <a:extLst>
                <a:ext uri="{FF2B5EF4-FFF2-40B4-BE49-F238E27FC236}">
                  <a16:creationId xmlns:a16="http://schemas.microsoft.com/office/drawing/2014/main" id="{6CF2F91A-5982-73A0-D752-5A26616D043D}"/>
                </a:ext>
              </a:extLst>
            </p:cNvPr>
            <p:cNvCxnSpPr/>
            <p:nvPr/>
          </p:nvCxnSpPr>
          <p:spPr>
            <a:xfrm>
              <a:off x="858947" y="858947"/>
              <a:ext cx="1748487" cy="1748487"/>
            </a:xfrm>
            <a:prstGeom prst="straightConnector1">
              <a:avLst/>
            </a:prstGeom>
            <a:noFill/>
            <a:ln w="64200" cap="flat" cmpd="sng">
              <a:solidFill>
                <a:srgbClr val="C2F970"/>
              </a:solidFill>
              <a:prstDash val="solid"/>
              <a:round/>
              <a:headEnd type="none" w="sm" len="sm"/>
              <a:tailEnd type="none" w="sm" len="sm"/>
            </a:ln>
          </p:spPr>
        </p:cxnSp>
        <p:cxnSp>
          <p:nvCxnSpPr>
            <p:cNvPr id="87" name="Google Shape;87;p10">
              <a:extLst>
                <a:ext uri="{FF2B5EF4-FFF2-40B4-BE49-F238E27FC236}">
                  <a16:creationId xmlns:a16="http://schemas.microsoft.com/office/drawing/2014/main" id="{FABEEC92-34E9-8A44-5588-2CC0DF466C2B}"/>
                </a:ext>
              </a:extLst>
            </p:cNvPr>
            <p:cNvCxnSpPr/>
            <p:nvPr/>
          </p:nvCxnSpPr>
          <p:spPr>
            <a:xfrm>
              <a:off x="1468919" y="2599579"/>
              <a:ext cx="1157476" cy="0"/>
            </a:xfrm>
            <a:prstGeom prst="straightConnector1">
              <a:avLst/>
            </a:prstGeom>
            <a:noFill/>
            <a:ln w="64200" cap="flat" cmpd="sng">
              <a:solidFill>
                <a:srgbClr val="C2F970"/>
              </a:solidFill>
              <a:prstDash val="solid"/>
              <a:round/>
              <a:headEnd type="none" w="sm" len="sm"/>
              <a:tailEnd type="none" w="sm" len="sm"/>
            </a:ln>
          </p:spPr>
        </p:cxnSp>
        <p:cxnSp>
          <p:nvCxnSpPr>
            <p:cNvPr id="88" name="Google Shape;88;p10">
              <a:extLst>
                <a:ext uri="{FF2B5EF4-FFF2-40B4-BE49-F238E27FC236}">
                  <a16:creationId xmlns:a16="http://schemas.microsoft.com/office/drawing/2014/main" id="{ED1A0730-B68C-B46F-9DFE-C30F90CED58D}"/>
                </a:ext>
              </a:extLst>
            </p:cNvPr>
            <p:cNvCxnSpPr/>
            <p:nvPr/>
          </p:nvCxnSpPr>
          <p:spPr>
            <a:xfrm rot="10800000">
              <a:off x="2599579" y="1412359"/>
              <a:ext cx="0" cy="1157476"/>
            </a:xfrm>
            <a:prstGeom prst="straightConnector1">
              <a:avLst/>
            </a:prstGeom>
            <a:noFill/>
            <a:ln w="64200" cap="flat" cmpd="sng">
              <a:solidFill>
                <a:srgbClr val="C2F970"/>
              </a:solidFill>
              <a:prstDash val="solid"/>
              <a:round/>
              <a:headEnd type="none" w="sm" len="sm"/>
              <a:tailEnd type="none" w="sm" len="sm"/>
            </a:ln>
          </p:spPr>
        </p:cxnSp>
      </p:grpSp>
      <p:sp>
        <p:nvSpPr>
          <p:cNvPr id="2" name="Oval 1">
            <a:extLst>
              <a:ext uri="{FF2B5EF4-FFF2-40B4-BE49-F238E27FC236}">
                <a16:creationId xmlns:a16="http://schemas.microsoft.com/office/drawing/2014/main" id="{74DBFA5F-34CD-114C-9E5A-F5159526AF2A}"/>
              </a:ext>
            </a:extLst>
          </p:cNvPr>
          <p:cNvSpPr/>
          <p:nvPr/>
        </p:nvSpPr>
        <p:spPr>
          <a:xfrm>
            <a:off x="4740843" y="4787393"/>
            <a:ext cx="926845" cy="866466"/>
          </a:xfrm>
          <a:prstGeom prst="ellipse">
            <a:avLst/>
          </a:prstGeom>
          <a:ln w="762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A</a:t>
            </a:r>
          </a:p>
        </p:txBody>
      </p:sp>
      <p:sp>
        <p:nvSpPr>
          <p:cNvPr id="3" name="Oval 2">
            <a:extLst>
              <a:ext uri="{FF2B5EF4-FFF2-40B4-BE49-F238E27FC236}">
                <a16:creationId xmlns:a16="http://schemas.microsoft.com/office/drawing/2014/main" id="{6513D608-5844-A6AD-A0D7-8991A401941C}"/>
              </a:ext>
            </a:extLst>
          </p:cNvPr>
          <p:cNvSpPr>
            <a:spLocks/>
          </p:cNvSpPr>
          <p:nvPr/>
        </p:nvSpPr>
        <p:spPr>
          <a:xfrm>
            <a:off x="8346548" y="4766800"/>
            <a:ext cx="926845" cy="866466"/>
          </a:xfrm>
          <a:prstGeom prst="ellipse">
            <a:avLst/>
          </a:prstGeom>
          <a:solidFill>
            <a:schemeClr val="tx1">
              <a:lumMod val="50000"/>
              <a:lumOff val="50000"/>
            </a:schemeClr>
          </a:solidFill>
          <a:ln w="762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B</a:t>
            </a:r>
          </a:p>
        </p:txBody>
      </p:sp>
      <p:sp>
        <p:nvSpPr>
          <p:cNvPr id="4" name="Oval 3">
            <a:extLst>
              <a:ext uri="{FF2B5EF4-FFF2-40B4-BE49-F238E27FC236}">
                <a16:creationId xmlns:a16="http://schemas.microsoft.com/office/drawing/2014/main" id="{55F9374A-1668-7B16-280C-699B510C5AB7}"/>
              </a:ext>
            </a:extLst>
          </p:cNvPr>
          <p:cNvSpPr/>
          <p:nvPr/>
        </p:nvSpPr>
        <p:spPr>
          <a:xfrm>
            <a:off x="10276951" y="3152934"/>
            <a:ext cx="926845" cy="866466"/>
          </a:xfrm>
          <a:prstGeom prst="ellipse">
            <a:avLst/>
          </a:prstGeom>
          <a:ln w="762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C</a:t>
            </a:r>
          </a:p>
        </p:txBody>
      </p:sp>
      <p:sp>
        <p:nvSpPr>
          <p:cNvPr id="5" name="Oval 4">
            <a:extLst>
              <a:ext uri="{FF2B5EF4-FFF2-40B4-BE49-F238E27FC236}">
                <a16:creationId xmlns:a16="http://schemas.microsoft.com/office/drawing/2014/main" id="{5861A93C-420A-32AA-6DA0-FB95CC2D9AEB}"/>
              </a:ext>
            </a:extLst>
          </p:cNvPr>
          <p:cNvSpPr/>
          <p:nvPr/>
        </p:nvSpPr>
        <p:spPr>
          <a:xfrm>
            <a:off x="12620312" y="4787393"/>
            <a:ext cx="926845" cy="866466"/>
          </a:xfrm>
          <a:prstGeom prst="ellipse">
            <a:avLst/>
          </a:prstGeom>
          <a:solidFill>
            <a:schemeClr val="tx1">
              <a:lumMod val="50000"/>
              <a:lumOff val="50000"/>
            </a:schemeClr>
          </a:solidFill>
          <a:ln w="762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D</a:t>
            </a:r>
          </a:p>
        </p:txBody>
      </p:sp>
      <p:sp>
        <p:nvSpPr>
          <p:cNvPr id="6" name="Oval 5">
            <a:extLst>
              <a:ext uri="{FF2B5EF4-FFF2-40B4-BE49-F238E27FC236}">
                <a16:creationId xmlns:a16="http://schemas.microsoft.com/office/drawing/2014/main" id="{2FA83055-9F5F-B29D-CEB7-AACC3B976922}"/>
              </a:ext>
            </a:extLst>
          </p:cNvPr>
          <p:cNvSpPr/>
          <p:nvPr/>
        </p:nvSpPr>
        <p:spPr>
          <a:xfrm>
            <a:off x="10276951" y="6475006"/>
            <a:ext cx="926845" cy="866466"/>
          </a:xfrm>
          <a:prstGeom prst="ellipse">
            <a:avLst/>
          </a:prstGeom>
          <a:solidFill>
            <a:schemeClr val="tx1">
              <a:lumMod val="50000"/>
              <a:lumOff val="50000"/>
            </a:schemeClr>
          </a:solidFill>
          <a:ln w="762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E</a:t>
            </a:r>
          </a:p>
        </p:txBody>
      </p:sp>
      <p:cxnSp>
        <p:nvCxnSpPr>
          <p:cNvPr id="10" name="Straight Connector 9">
            <a:extLst>
              <a:ext uri="{FF2B5EF4-FFF2-40B4-BE49-F238E27FC236}">
                <a16:creationId xmlns:a16="http://schemas.microsoft.com/office/drawing/2014/main" id="{D2C68EC7-DDD1-DF35-8345-77172BF391E1}"/>
              </a:ext>
            </a:extLst>
          </p:cNvPr>
          <p:cNvCxnSpPr>
            <a:stCxn id="2" idx="6"/>
            <a:endCxn id="3" idx="2"/>
          </p:cNvCxnSpPr>
          <p:nvPr/>
        </p:nvCxnSpPr>
        <p:spPr>
          <a:xfrm flipV="1">
            <a:off x="5667688" y="5200033"/>
            <a:ext cx="2678860" cy="20593"/>
          </a:xfrm>
          <a:prstGeom prst="line">
            <a:avLst/>
          </a:prstGeom>
          <a:ln w="76200">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51A58115-6E55-A0B4-16B4-F5F812408050}"/>
              </a:ext>
            </a:extLst>
          </p:cNvPr>
          <p:cNvCxnSpPr>
            <a:cxnSpLocks/>
            <a:stCxn id="3" idx="7"/>
            <a:endCxn id="4" idx="3"/>
          </p:cNvCxnSpPr>
          <p:nvPr/>
        </p:nvCxnSpPr>
        <p:spPr>
          <a:xfrm flipV="1">
            <a:off x="9137660" y="3892509"/>
            <a:ext cx="1275024" cy="1001182"/>
          </a:xfrm>
          <a:prstGeom prst="line">
            <a:avLst/>
          </a:prstGeom>
          <a:ln w="76200">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5C99AF31-EC8E-7C7E-0BB5-314DA0FA90CF}"/>
              </a:ext>
            </a:extLst>
          </p:cNvPr>
          <p:cNvCxnSpPr>
            <a:cxnSpLocks/>
            <a:stCxn id="6" idx="6"/>
            <a:endCxn id="5" idx="3"/>
          </p:cNvCxnSpPr>
          <p:nvPr/>
        </p:nvCxnSpPr>
        <p:spPr>
          <a:xfrm flipV="1">
            <a:off x="11203796" y="5526968"/>
            <a:ext cx="1552249" cy="1381271"/>
          </a:xfrm>
          <a:prstGeom prst="line">
            <a:avLst/>
          </a:prstGeom>
          <a:ln w="76200">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FAD7EDB6-BFAD-F2B3-FC9A-4A530740FE28}"/>
              </a:ext>
            </a:extLst>
          </p:cNvPr>
          <p:cNvCxnSpPr>
            <a:cxnSpLocks/>
            <a:stCxn id="3" idx="5"/>
          </p:cNvCxnSpPr>
          <p:nvPr/>
        </p:nvCxnSpPr>
        <p:spPr>
          <a:xfrm>
            <a:off x="9137660" y="5506375"/>
            <a:ext cx="1239547" cy="1219005"/>
          </a:xfrm>
          <a:prstGeom prst="line">
            <a:avLst/>
          </a:prstGeom>
          <a:ln w="76200">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009AEE32-2F13-2485-B03B-3A51D8EAEDF7}"/>
              </a:ext>
            </a:extLst>
          </p:cNvPr>
          <p:cNvCxnSpPr>
            <a:cxnSpLocks/>
            <a:stCxn id="4" idx="6"/>
            <a:endCxn id="5" idx="1"/>
          </p:cNvCxnSpPr>
          <p:nvPr/>
        </p:nvCxnSpPr>
        <p:spPr>
          <a:xfrm>
            <a:off x="11203796" y="3586167"/>
            <a:ext cx="1552249" cy="1328117"/>
          </a:xfrm>
          <a:prstGeom prst="line">
            <a:avLst/>
          </a:prstGeom>
          <a:ln w="76200">
            <a:solidFill>
              <a:srgbClr val="92D05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9" name="TextBox 28">
                <a:extLst>
                  <a:ext uri="{FF2B5EF4-FFF2-40B4-BE49-F238E27FC236}">
                    <a16:creationId xmlns:a16="http://schemas.microsoft.com/office/drawing/2014/main" id="{A95CF9C1-A44C-A7F3-F1C8-20BBDAF789C7}"/>
                  </a:ext>
                </a:extLst>
              </p:cNvPr>
              <p:cNvSpPr txBox="1"/>
              <p:nvPr/>
            </p:nvSpPr>
            <p:spPr>
              <a:xfrm>
                <a:off x="4361279" y="3745587"/>
                <a:ext cx="617364" cy="80663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sz="2800" i="1" smtClean="0">
                              <a:solidFill>
                                <a:schemeClr val="bg1"/>
                              </a:solidFill>
                              <a:latin typeface="Cambria Math" panose="02040503050406030204" pitchFamily="18" charset="0"/>
                            </a:rPr>
                          </m:ctrlPr>
                        </m:fPr>
                        <m:num>
                          <m:r>
                            <a:rPr lang="en-US" sz="2800">
                              <a:solidFill>
                                <a:schemeClr val="bg1"/>
                              </a:solidFill>
                              <a:latin typeface="Cambria Math" panose="02040503050406030204" pitchFamily="18" charset="0"/>
                            </a:rPr>
                            <m:t>1</m:t>
                          </m:r>
                        </m:num>
                        <m:den>
                          <m:r>
                            <a:rPr lang="en-US" sz="2800" i="0">
                              <a:solidFill>
                                <a:schemeClr val="bg1"/>
                              </a:solidFill>
                              <a:latin typeface="Cambria Math" panose="02040503050406030204" pitchFamily="18" charset="0"/>
                            </a:rPr>
                            <m:t>1</m:t>
                          </m:r>
                        </m:den>
                      </m:f>
                    </m:oMath>
                  </m:oMathPara>
                </a14:m>
                <a:endParaRPr lang="en-US" dirty="0">
                  <a:solidFill>
                    <a:schemeClr val="bg1"/>
                  </a:solidFill>
                </a:endParaRPr>
              </a:p>
            </p:txBody>
          </p:sp>
        </mc:Choice>
        <mc:Fallback>
          <p:sp>
            <p:nvSpPr>
              <p:cNvPr id="29" name="TextBox 28">
                <a:extLst>
                  <a:ext uri="{FF2B5EF4-FFF2-40B4-BE49-F238E27FC236}">
                    <a16:creationId xmlns:a16="http://schemas.microsoft.com/office/drawing/2014/main" id="{A95CF9C1-A44C-A7F3-F1C8-20BBDAF789C7}"/>
                  </a:ext>
                </a:extLst>
              </p:cNvPr>
              <p:cNvSpPr txBox="1">
                <a:spLocks noRot="1" noChangeAspect="1" noMove="1" noResize="1" noEditPoints="1" noAdjustHandles="1" noChangeArrowheads="1" noChangeShapeType="1" noTextEdit="1"/>
              </p:cNvSpPr>
              <p:nvPr/>
            </p:nvSpPr>
            <p:spPr>
              <a:xfrm>
                <a:off x="4361279" y="3745587"/>
                <a:ext cx="617364" cy="806631"/>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1" name="TextBox 30">
                <a:extLst>
                  <a:ext uri="{FF2B5EF4-FFF2-40B4-BE49-F238E27FC236}">
                    <a16:creationId xmlns:a16="http://schemas.microsoft.com/office/drawing/2014/main" id="{AE8B7504-50BE-C104-D5FD-FD01FF8B0E06}"/>
                  </a:ext>
                </a:extLst>
              </p:cNvPr>
              <p:cNvSpPr txBox="1"/>
              <p:nvPr/>
            </p:nvSpPr>
            <p:spPr>
              <a:xfrm>
                <a:off x="8192606" y="3822519"/>
                <a:ext cx="617364" cy="80663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sz="2800" i="1" smtClean="0">
                              <a:solidFill>
                                <a:schemeClr val="bg1"/>
                              </a:solidFill>
                              <a:latin typeface="Cambria Math" panose="02040503050406030204" pitchFamily="18" charset="0"/>
                            </a:rPr>
                          </m:ctrlPr>
                        </m:fPr>
                        <m:num>
                          <m:r>
                            <a:rPr lang="en-US" sz="2800" b="0" i="1" smtClean="0">
                              <a:solidFill>
                                <a:schemeClr val="bg1"/>
                              </a:solidFill>
                              <a:latin typeface="Cambria Math" panose="02040503050406030204" pitchFamily="18" charset="0"/>
                            </a:rPr>
                            <m:t>2</m:t>
                          </m:r>
                        </m:num>
                        <m:den>
                          <m:r>
                            <a:rPr lang="en-US" sz="2800" b="0" i="0" smtClean="0">
                              <a:solidFill>
                                <a:schemeClr val="bg1"/>
                              </a:solidFill>
                              <a:latin typeface="Cambria Math" panose="02040503050406030204" pitchFamily="18" charset="0"/>
                            </a:rPr>
                            <m:t>2</m:t>
                          </m:r>
                        </m:den>
                      </m:f>
                    </m:oMath>
                  </m:oMathPara>
                </a14:m>
                <a:endParaRPr lang="en-US" dirty="0">
                  <a:solidFill>
                    <a:schemeClr val="bg1"/>
                  </a:solidFill>
                </a:endParaRPr>
              </a:p>
            </p:txBody>
          </p:sp>
        </mc:Choice>
        <mc:Fallback>
          <p:sp>
            <p:nvSpPr>
              <p:cNvPr id="31" name="TextBox 30">
                <a:extLst>
                  <a:ext uri="{FF2B5EF4-FFF2-40B4-BE49-F238E27FC236}">
                    <a16:creationId xmlns:a16="http://schemas.microsoft.com/office/drawing/2014/main" id="{AE8B7504-50BE-C104-D5FD-FD01FF8B0E06}"/>
                  </a:ext>
                </a:extLst>
              </p:cNvPr>
              <p:cNvSpPr txBox="1">
                <a:spLocks noRot="1" noChangeAspect="1" noMove="1" noResize="1" noEditPoints="1" noAdjustHandles="1" noChangeArrowheads="1" noChangeShapeType="1" noTextEdit="1"/>
              </p:cNvSpPr>
              <p:nvPr/>
            </p:nvSpPr>
            <p:spPr>
              <a:xfrm>
                <a:off x="8192606" y="3822519"/>
                <a:ext cx="617364" cy="806631"/>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2" name="TextBox 31">
                <a:extLst>
                  <a:ext uri="{FF2B5EF4-FFF2-40B4-BE49-F238E27FC236}">
                    <a16:creationId xmlns:a16="http://schemas.microsoft.com/office/drawing/2014/main" id="{3A83B022-9E48-F7E8-3ADC-757DBA8C1884}"/>
                  </a:ext>
                </a:extLst>
              </p:cNvPr>
              <p:cNvSpPr txBox="1"/>
              <p:nvPr/>
            </p:nvSpPr>
            <p:spPr>
              <a:xfrm>
                <a:off x="10431691" y="2202267"/>
                <a:ext cx="617364" cy="80663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sz="2800" i="1" smtClean="0">
                              <a:solidFill>
                                <a:schemeClr val="bg1"/>
                              </a:solidFill>
                              <a:latin typeface="Cambria Math" panose="02040503050406030204" pitchFamily="18" charset="0"/>
                            </a:rPr>
                          </m:ctrlPr>
                        </m:fPr>
                        <m:num>
                          <m:r>
                            <a:rPr lang="en-US" sz="2800" b="0" i="1" smtClean="0">
                              <a:solidFill>
                                <a:schemeClr val="bg1"/>
                              </a:solidFill>
                              <a:latin typeface="Cambria Math" panose="02040503050406030204" pitchFamily="18" charset="0"/>
                            </a:rPr>
                            <m:t>3</m:t>
                          </m:r>
                        </m:num>
                        <m:den>
                          <m:r>
                            <a:rPr lang="en-US" sz="2800" b="0" i="0" smtClean="0">
                              <a:solidFill>
                                <a:schemeClr val="bg1"/>
                              </a:solidFill>
                              <a:latin typeface="Cambria Math" panose="02040503050406030204" pitchFamily="18" charset="0"/>
                            </a:rPr>
                            <m:t>3</m:t>
                          </m:r>
                        </m:den>
                      </m:f>
                    </m:oMath>
                  </m:oMathPara>
                </a14:m>
                <a:endParaRPr lang="en-US" dirty="0">
                  <a:solidFill>
                    <a:schemeClr val="bg1"/>
                  </a:solidFill>
                </a:endParaRPr>
              </a:p>
            </p:txBody>
          </p:sp>
        </mc:Choice>
        <mc:Fallback>
          <p:sp>
            <p:nvSpPr>
              <p:cNvPr id="32" name="TextBox 31">
                <a:extLst>
                  <a:ext uri="{FF2B5EF4-FFF2-40B4-BE49-F238E27FC236}">
                    <a16:creationId xmlns:a16="http://schemas.microsoft.com/office/drawing/2014/main" id="{3A83B022-9E48-F7E8-3ADC-757DBA8C1884}"/>
                  </a:ext>
                </a:extLst>
              </p:cNvPr>
              <p:cNvSpPr txBox="1">
                <a:spLocks noRot="1" noChangeAspect="1" noMove="1" noResize="1" noEditPoints="1" noAdjustHandles="1" noChangeArrowheads="1" noChangeShapeType="1" noTextEdit="1"/>
              </p:cNvSpPr>
              <p:nvPr/>
            </p:nvSpPr>
            <p:spPr>
              <a:xfrm>
                <a:off x="10431691" y="2202267"/>
                <a:ext cx="617364" cy="806631"/>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3" name="TextBox 32">
                <a:extLst>
                  <a:ext uri="{FF2B5EF4-FFF2-40B4-BE49-F238E27FC236}">
                    <a16:creationId xmlns:a16="http://schemas.microsoft.com/office/drawing/2014/main" id="{A8E3CD28-F817-8EC3-8673-3AB4289326DC}"/>
                  </a:ext>
                </a:extLst>
              </p:cNvPr>
              <p:cNvSpPr txBox="1"/>
              <p:nvPr/>
            </p:nvSpPr>
            <p:spPr>
              <a:xfrm>
                <a:off x="12929793" y="3846909"/>
                <a:ext cx="617364" cy="80509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sz="2800" i="1" smtClean="0">
                              <a:solidFill>
                                <a:schemeClr val="bg1"/>
                              </a:solidFill>
                              <a:latin typeface="Cambria Math" panose="02040503050406030204" pitchFamily="18" charset="0"/>
                            </a:rPr>
                          </m:ctrlPr>
                        </m:fPr>
                        <m:num>
                          <m:r>
                            <a:rPr lang="en-US" sz="2800" b="0" i="1" smtClean="0">
                              <a:solidFill>
                                <a:schemeClr val="bg1"/>
                              </a:solidFill>
                              <a:latin typeface="Cambria Math" panose="02040503050406030204" pitchFamily="18" charset="0"/>
                            </a:rPr>
                            <m:t>4</m:t>
                          </m:r>
                        </m:num>
                        <m:den>
                          <m:r>
                            <a:rPr lang="en-US" sz="2800" b="0" i="1" smtClean="0">
                              <a:solidFill>
                                <a:schemeClr val="bg1"/>
                              </a:solidFill>
                              <a:latin typeface="Cambria Math" panose="02040503050406030204" pitchFamily="18" charset="0"/>
                            </a:rPr>
                            <m:t>2</m:t>
                          </m:r>
                        </m:den>
                      </m:f>
                    </m:oMath>
                  </m:oMathPara>
                </a14:m>
                <a:endParaRPr lang="en-US" dirty="0">
                  <a:solidFill>
                    <a:schemeClr val="bg1"/>
                  </a:solidFill>
                </a:endParaRPr>
              </a:p>
            </p:txBody>
          </p:sp>
        </mc:Choice>
        <mc:Fallback>
          <p:sp>
            <p:nvSpPr>
              <p:cNvPr id="33" name="TextBox 32">
                <a:extLst>
                  <a:ext uri="{FF2B5EF4-FFF2-40B4-BE49-F238E27FC236}">
                    <a16:creationId xmlns:a16="http://schemas.microsoft.com/office/drawing/2014/main" id="{A8E3CD28-F817-8EC3-8673-3AB4289326DC}"/>
                  </a:ext>
                </a:extLst>
              </p:cNvPr>
              <p:cNvSpPr txBox="1">
                <a:spLocks noRot="1" noChangeAspect="1" noMove="1" noResize="1" noEditPoints="1" noAdjustHandles="1" noChangeArrowheads="1" noChangeShapeType="1" noTextEdit="1"/>
              </p:cNvSpPr>
              <p:nvPr/>
            </p:nvSpPr>
            <p:spPr>
              <a:xfrm>
                <a:off x="12929793" y="3846909"/>
                <a:ext cx="617364" cy="80509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4" name="TextBox 33">
                <a:extLst>
                  <a:ext uri="{FF2B5EF4-FFF2-40B4-BE49-F238E27FC236}">
                    <a16:creationId xmlns:a16="http://schemas.microsoft.com/office/drawing/2014/main" id="{1E20AFF0-A1E0-5AC2-B82C-9828E0AFC43B}"/>
                  </a:ext>
                </a:extLst>
              </p:cNvPr>
              <p:cNvSpPr txBox="1"/>
              <p:nvPr/>
            </p:nvSpPr>
            <p:spPr>
              <a:xfrm>
                <a:off x="10412684" y="7496562"/>
                <a:ext cx="617364" cy="84382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sz="2800" i="1" smtClean="0">
                              <a:solidFill>
                                <a:schemeClr val="bg1"/>
                              </a:solidFill>
                              <a:latin typeface="Cambria Math" panose="02040503050406030204" pitchFamily="18" charset="0"/>
                            </a:rPr>
                          </m:ctrlPr>
                        </m:fPr>
                        <m:num>
                          <m:r>
                            <a:rPr lang="en-US" sz="2800" b="0" i="1" smtClean="0">
                              <a:solidFill>
                                <a:schemeClr val="bg1"/>
                              </a:solidFill>
                              <a:latin typeface="Cambria Math" panose="02040503050406030204" pitchFamily="18" charset="0"/>
                            </a:rPr>
                            <m:t>5</m:t>
                          </m:r>
                        </m:num>
                        <m:den>
                          <m:r>
                            <a:rPr lang="en-US" sz="2800" b="0" i="1" smtClean="0">
                              <a:solidFill>
                                <a:schemeClr val="bg1"/>
                              </a:solidFill>
                              <a:latin typeface="Cambria Math" panose="02040503050406030204" pitchFamily="18" charset="0"/>
                            </a:rPr>
                            <m:t>2</m:t>
                          </m:r>
                        </m:den>
                      </m:f>
                    </m:oMath>
                  </m:oMathPara>
                </a14:m>
                <a:endParaRPr lang="en-US" dirty="0">
                  <a:solidFill>
                    <a:schemeClr val="bg1"/>
                  </a:solidFill>
                </a:endParaRPr>
              </a:p>
            </p:txBody>
          </p:sp>
        </mc:Choice>
        <mc:Fallback>
          <p:sp>
            <p:nvSpPr>
              <p:cNvPr id="34" name="TextBox 33">
                <a:extLst>
                  <a:ext uri="{FF2B5EF4-FFF2-40B4-BE49-F238E27FC236}">
                    <a16:creationId xmlns:a16="http://schemas.microsoft.com/office/drawing/2014/main" id="{1E20AFF0-A1E0-5AC2-B82C-9828E0AFC43B}"/>
                  </a:ext>
                </a:extLst>
              </p:cNvPr>
              <p:cNvSpPr txBox="1">
                <a:spLocks noRot="1" noChangeAspect="1" noMove="1" noResize="1" noEditPoints="1" noAdjustHandles="1" noChangeArrowheads="1" noChangeShapeType="1" noTextEdit="1"/>
              </p:cNvSpPr>
              <p:nvPr/>
            </p:nvSpPr>
            <p:spPr>
              <a:xfrm>
                <a:off x="10412684" y="7496562"/>
                <a:ext cx="617364" cy="843821"/>
              </a:xfrm>
              <a:prstGeom prst="rect">
                <a:avLst/>
              </a:prstGeom>
              <a:blipFill>
                <a:blip r:embed="rId7"/>
                <a:stretch>
                  <a:fillRect/>
                </a:stretch>
              </a:blipFill>
            </p:spPr>
            <p:txBody>
              <a:bodyPr/>
              <a:lstStyle/>
              <a:p>
                <a:r>
                  <a:rPr lang="en-US">
                    <a:noFill/>
                  </a:rPr>
                  <a:t> </a:t>
                </a:r>
              </a:p>
            </p:txBody>
          </p:sp>
        </mc:Fallback>
      </mc:AlternateContent>
      <p:sp>
        <p:nvSpPr>
          <p:cNvPr id="35" name="TextBox 34">
            <a:extLst>
              <a:ext uri="{FF2B5EF4-FFF2-40B4-BE49-F238E27FC236}">
                <a16:creationId xmlns:a16="http://schemas.microsoft.com/office/drawing/2014/main" id="{00461167-1E5D-B49B-FA8B-37120987E99A}"/>
              </a:ext>
            </a:extLst>
          </p:cNvPr>
          <p:cNvSpPr txBox="1"/>
          <p:nvPr/>
        </p:nvSpPr>
        <p:spPr>
          <a:xfrm>
            <a:off x="2021214" y="3627601"/>
            <a:ext cx="1944509" cy="461665"/>
          </a:xfrm>
          <a:prstGeom prst="rect">
            <a:avLst/>
          </a:prstGeom>
          <a:noFill/>
        </p:spPr>
        <p:txBody>
          <a:bodyPr wrap="square" rtlCol="0">
            <a:spAutoFit/>
          </a:bodyPr>
          <a:lstStyle/>
          <a:p>
            <a:r>
              <a:rPr lang="en-US" sz="2400" dirty="0">
                <a:solidFill>
                  <a:schemeClr val="bg1"/>
                </a:solidFill>
              </a:rPr>
              <a:t>Discovery</a:t>
            </a:r>
          </a:p>
        </p:txBody>
      </p:sp>
      <p:sp>
        <p:nvSpPr>
          <p:cNvPr id="36" name="TextBox 35">
            <a:extLst>
              <a:ext uri="{FF2B5EF4-FFF2-40B4-BE49-F238E27FC236}">
                <a16:creationId xmlns:a16="http://schemas.microsoft.com/office/drawing/2014/main" id="{B5E72435-3E2B-9A93-31ED-F2C8CBF98795}"/>
              </a:ext>
            </a:extLst>
          </p:cNvPr>
          <p:cNvSpPr txBox="1"/>
          <p:nvPr/>
        </p:nvSpPr>
        <p:spPr>
          <a:xfrm>
            <a:off x="2075827" y="4126873"/>
            <a:ext cx="1494340" cy="461665"/>
          </a:xfrm>
          <a:prstGeom prst="rect">
            <a:avLst/>
          </a:prstGeom>
          <a:noFill/>
        </p:spPr>
        <p:txBody>
          <a:bodyPr wrap="square" rtlCol="0">
            <a:spAutoFit/>
          </a:bodyPr>
          <a:lstStyle/>
          <a:p>
            <a:r>
              <a:rPr lang="en-US" sz="2400" dirty="0">
                <a:solidFill>
                  <a:schemeClr val="bg1"/>
                </a:solidFill>
              </a:rPr>
              <a:t>Low</a:t>
            </a:r>
          </a:p>
        </p:txBody>
      </p:sp>
      <p:cxnSp>
        <p:nvCxnSpPr>
          <p:cNvPr id="38" name="Straight Arrow Connector 37">
            <a:extLst>
              <a:ext uri="{FF2B5EF4-FFF2-40B4-BE49-F238E27FC236}">
                <a16:creationId xmlns:a16="http://schemas.microsoft.com/office/drawing/2014/main" id="{79E0BA6E-304B-9DC7-79B1-6D7D9DDC18FE}"/>
              </a:ext>
            </a:extLst>
          </p:cNvPr>
          <p:cNvCxnSpPr>
            <a:cxnSpLocks/>
          </p:cNvCxnSpPr>
          <p:nvPr/>
        </p:nvCxnSpPr>
        <p:spPr>
          <a:xfrm>
            <a:off x="3561103" y="3892509"/>
            <a:ext cx="834215"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5C9BA688-C89F-6857-2146-F7330F05ED8F}"/>
              </a:ext>
            </a:extLst>
          </p:cNvPr>
          <p:cNvCxnSpPr>
            <a:cxnSpLocks/>
          </p:cNvCxnSpPr>
          <p:nvPr/>
        </p:nvCxnSpPr>
        <p:spPr>
          <a:xfrm>
            <a:off x="2993468" y="4393100"/>
            <a:ext cx="1296871"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7930A7A3-1595-3ABD-9134-D79BC47E7BA4}"/>
              </a:ext>
            </a:extLst>
          </p:cNvPr>
          <p:cNvCxnSpPr/>
          <p:nvPr/>
        </p:nvCxnSpPr>
        <p:spPr>
          <a:xfrm>
            <a:off x="5943600" y="4914284"/>
            <a:ext cx="213851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E837EE18-0F19-90A4-FE79-EFA5117140D1}"/>
              </a:ext>
            </a:extLst>
          </p:cNvPr>
          <p:cNvCxnSpPr>
            <a:cxnSpLocks/>
          </p:cNvCxnSpPr>
          <p:nvPr/>
        </p:nvCxnSpPr>
        <p:spPr>
          <a:xfrm flipV="1">
            <a:off x="9137660" y="3846909"/>
            <a:ext cx="994482" cy="78224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C500A4F5-EE85-91E5-F729-2BB3CB1D5AC5}"/>
              </a:ext>
            </a:extLst>
          </p:cNvPr>
          <p:cNvCxnSpPr>
            <a:cxnSpLocks/>
          </p:cNvCxnSpPr>
          <p:nvPr/>
        </p:nvCxnSpPr>
        <p:spPr>
          <a:xfrm flipH="1">
            <a:off x="11304052" y="5506375"/>
            <a:ext cx="1268382" cy="104594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3FC5D42F-8313-2A6D-3157-DBC3072A0D9F}"/>
              </a:ext>
            </a:extLst>
          </p:cNvPr>
          <p:cNvCxnSpPr>
            <a:cxnSpLocks/>
          </p:cNvCxnSpPr>
          <p:nvPr/>
        </p:nvCxnSpPr>
        <p:spPr>
          <a:xfrm>
            <a:off x="11473294" y="3533013"/>
            <a:ext cx="1282751" cy="113246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4CBEA675-F830-CC3C-173F-0D4818C26B8C}"/>
              </a:ext>
            </a:extLst>
          </p:cNvPr>
          <p:cNvCxnSpPr>
            <a:cxnSpLocks/>
          </p:cNvCxnSpPr>
          <p:nvPr/>
        </p:nvCxnSpPr>
        <p:spPr>
          <a:xfrm flipH="1" flipV="1">
            <a:off x="9043395" y="5718405"/>
            <a:ext cx="1114753" cy="109211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80319346"/>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74">
          <a:extLst>
            <a:ext uri="{FF2B5EF4-FFF2-40B4-BE49-F238E27FC236}">
              <a16:creationId xmlns:a16="http://schemas.microsoft.com/office/drawing/2014/main" id="{AD922E07-539A-006D-A873-3CF0D2ABEF2F}"/>
            </a:ext>
          </a:extLst>
        </p:cNvPr>
        <p:cNvGrpSpPr/>
        <p:nvPr/>
      </p:nvGrpSpPr>
      <p:grpSpPr>
        <a:xfrm>
          <a:off x="0" y="0"/>
          <a:ext cx="0" cy="0"/>
          <a:chOff x="0" y="0"/>
          <a:chExt cx="0" cy="0"/>
        </a:xfrm>
      </p:grpSpPr>
      <p:cxnSp>
        <p:nvCxnSpPr>
          <p:cNvPr id="75" name="Google Shape;75;p10">
            <a:extLst>
              <a:ext uri="{FF2B5EF4-FFF2-40B4-BE49-F238E27FC236}">
                <a16:creationId xmlns:a16="http://schemas.microsoft.com/office/drawing/2014/main" id="{B2C071CD-F1B8-C8C6-6090-52FCB0155DE3}"/>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a:extLst>
              <a:ext uri="{FF2B5EF4-FFF2-40B4-BE49-F238E27FC236}">
                <a16:creationId xmlns:a16="http://schemas.microsoft.com/office/drawing/2014/main" id="{2C629D79-5C6D-1A63-C9C5-0A42C8AD2322}"/>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81" name="Google Shape;81;p10">
            <a:extLst>
              <a:ext uri="{FF2B5EF4-FFF2-40B4-BE49-F238E27FC236}">
                <a16:creationId xmlns:a16="http://schemas.microsoft.com/office/drawing/2014/main" id="{EFF7AF7F-AD8D-D4E7-9B73-D5AE6FCEAF72}"/>
              </a:ext>
            </a:extLst>
          </p:cNvPr>
          <p:cNvSpPr txBox="1"/>
          <p:nvPr/>
        </p:nvSpPr>
        <p:spPr>
          <a:xfrm>
            <a:off x="3877150" y="714400"/>
            <a:ext cx="12122133" cy="1551194"/>
          </a:xfrm>
          <a:prstGeom prst="rect">
            <a:avLst/>
          </a:prstGeom>
          <a:noFill/>
          <a:ln>
            <a:noFill/>
          </a:ln>
        </p:spPr>
        <p:txBody>
          <a:bodyPr spcFirstLastPara="1" wrap="square" lIns="0" tIns="0" rIns="0" bIns="0" anchor="t" anchorCtr="0">
            <a:spAutoFit/>
          </a:bodyPr>
          <a:lstStyle/>
          <a:p>
            <a:pPr marL="0" marR="0" lvl="0" indent="0" algn="l" rtl="0">
              <a:lnSpc>
                <a:spcPct val="70000"/>
              </a:lnSpc>
              <a:spcBef>
                <a:spcPts val="0"/>
              </a:spcBef>
              <a:spcAft>
                <a:spcPts val="0"/>
              </a:spcAft>
              <a:buNone/>
            </a:pPr>
            <a:r>
              <a:rPr lang="en-US" sz="14400" b="0" i="0" u="none" strike="noStrike" cap="none" dirty="0">
                <a:solidFill>
                  <a:srgbClr val="C2F970"/>
                </a:solidFill>
                <a:latin typeface="Darker Grotesque"/>
                <a:ea typeface="Darker Grotesque"/>
                <a:cs typeface="Darker Grotesque"/>
                <a:sym typeface="Darker Grotesque"/>
              </a:rPr>
              <a:t>Example</a:t>
            </a:r>
            <a:endParaRPr dirty="0"/>
          </a:p>
        </p:txBody>
      </p:sp>
      <p:grpSp>
        <p:nvGrpSpPr>
          <p:cNvPr id="82" name="Google Shape;82;p10">
            <a:extLst>
              <a:ext uri="{FF2B5EF4-FFF2-40B4-BE49-F238E27FC236}">
                <a16:creationId xmlns:a16="http://schemas.microsoft.com/office/drawing/2014/main" id="{A480C4D8-8156-581B-CBCF-3370C36AA8E8}"/>
              </a:ext>
            </a:extLst>
          </p:cNvPr>
          <p:cNvGrpSpPr/>
          <p:nvPr/>
        </p:nvGrpSpPr>
        <p:grpSpPr>
          <a:xfrm>
            <a:off x="1772933" y="425090"/>
            <a:ext cx="1944497" cy="1777178"/>
            <a:chOff x="0" y="0"/>
            <a:chExt cx="3467931" cy="3467931"/>
          </a:xfrm>
        </p:grpSpPr>
        <p:grpSp>
          <p:nvGrpSpPr>
            <p:cNvPr id="83" name="Google Shape;83;p10">
              <a:extLst>
                <a:ext uri="{FF2B5EF4-FFF2-40B4-BE49-F238E27FC236}">
                  <a16:creationId xmlns:a16="http://schemas.microsoft.com/office/drawing/2014/main" id="{7471B755-F702-BE0F-7F61-09C201C1AC9F}"/>
                </a:ext>
              </a:extLst>
            </p:cNvPr>
            <p:cNvGrpSpPr/>
            <p:nvPr/>
          </p:nvGrpSpPr>
          <p:grpSpPr>
            <a:xfrm>
              <a:off x="0" y="0"/>
              <a:ext cx="3467931" cy="3467931"/>
              <a:chOff x="0" y="0"/>
              <a:chExt cx="812800" cy="812800"/>
            </a:xfrm>
          </p:grpSpPr>
          <p:sp>
            <p:nvSpPr>
              <p:cNvPr id="84" name="Google Shape;84;p10">
                <a:extLst>
                  <a:ext uri="{FF2B5EF4-FFF2-40B4-BE49-F238E27FC236}">
                    <a16:creationId xmlns:a16="http://schemas.microsoft.com/office/drawing/2014/main" id="{4B37474B-6635-935D-85C9-2C86E9BD8C22}"/>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38100" cap="sq" cmpd="sng">
                <a:solidFill>
                  <a:srgbClr val="C2F97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10">
                <a:extLst>
                  <a:ext uri="{FF2B5EF4-FFF2-40B4-BE49-F238E27FC236}">
                    <a16:creationId xmlns:a16="http://schemas.microsoft.com/office/drawing/2014/main" id="{73AB153A-A6A0-2C85-0455-F659D3544249}"/>
                  </a:ext>
                </a:extLst>
              </p:cNvPr>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cxnSp>
          <p:nvCxnSpPr>
            <p:cNvPr id="86" name="Google Shape;86;p10">
              <a:extLst>
                <a:ext uri="{FF2B5EF4-FFF2-40B4-BE49-F238E27FC236}">
                  <a16:creationId xmlns:a16="http://schemas.microsoft.com/office/drawing/2014/main" id="{B796071E-F0B5-A516-228B-0B92A7BE59AB}"/>
                </a:ext>
              </a:extLst>
            </p:cNvPr>
            <p:cNvCxnSpPr/>
            <p:nvPr/>
          </p:nvCxnSpPr>
          <p:spPr>
            <a:xfrm>
              <a:off x="858947" y="858947"/>
              <a:ext cx="1748487" cy="1748487"/>
            </a:xfrm>
            <a:prstGeom prst="straightConnector1">
              <a:avLst/>
            </a:prstGeom>
            <a:noFill/>
            <a:ln w="64200" cap="flat" cmpd="sng">
              <a:solidFill>
                <a:srgbClr val="C2F970"/>
              </a:solidFill>
              <a:prstDash val="solid"/>
              <a:round/>
              <a:headEnd type="none" w="sm" len="sm"/>
              <a:tailEnd type="none" w="sm" len="sm"/>
            </a:ln>
          </p:spPr>
        </p:cxnSp>
        <p:cxnSp>
          <p:nvCxnSpPr>
            <p:cNvPr id="87" name="Google Shape;87;p10">
              <a:extLst>
                <a:ext uri="{FF2B5EF4-FFF2-40B4-BE49-F238E27FC236}">
                  <a16:creationId xmlns:a16="http://schemas.microsoft.com/office/drawing/2014/main" id="{06243AE9-26EE-5395-8054-A867E436A46E}"/>
                </a:ext>
              </a:extLst>
            </p:cNvPr>
            <p:cNvCxnSpPr/>
            <p:nvPr/>
          </p:nvCxnSpPr>
          <p:spPr>
            <a:xfrm>
              <a:off x="1468919" y="2599579"/>
              <a:ext cx="1157476" cy="0"/>
            </a:xfrm>
            <a:prstGeom prst="straightConnector1">
              <a:avLst/>
            </a:prstGeom>
            <a:noFill/>
            <a:ln w="64200" cap="flat" cmpd="sng">
              <a:solidFill>
                <a:srgbClr val="C2F970"/>
              </a:solidFill>
              <a:prstDash val="solid"/>
              <a:round/>
              <a:headEnd type="none" w="sm" len="sm"/>
              <a:tailEnd type="none" w="sm" len="sm"/>
            </a:ln>
          </p:spPr>
        </p:cxnSp>
        <p:cxnSp>
          <p:nvCxnSpPr>
            <p:cNvPr id="88" name="Google Shape;88;p10">
              <a:extLst>
                <a:ext uri="{FF2B5EF4-FFF2-40B4-BE49-F238E27FC236}">
                  <a16:creationId xmlns:a16="http://schemas.microsoft.com/office/drawing/2014/main" id="{80F6F1FD-B8D5-2962-78F8-C0E5AA2A7507}"/>
                </a:ext>
              </a:extLst>
            </p:cNvPr>
            <p:cNvCxnSpPr/>
            <p:nvPr/>
          </p:nvCxnSpPr>
          <p:spPr>
            <a:xfrm rot="10800000">
              <a:off x="2599579" y="1412359"/>
              <a:ext cx="0" cy="1157476"/>
            </a:xfrm>
            <a:prstGeom prst="straightConnector1">
              <a:avLst/>
            </a:prstGeom>
            <a:noFill/>
            <a:ln w="64200" cap="flat" cmpd="sng">
              <a:solidFill>
                <a:srgbClr val="C2F970"/>
              </a:solidFill>
              <a:prstDash val="solid"/>
              <a:round/>
              <a:headEnd type="none" w="sm" len="sm"/>
              <a:tailEnd type="none" w="sm" len="sm"/>
            </a:ln>
          </p:spPr>
        </p:cxnSp>
      </p:grpSp>
      <p:sp>
        <p:nvSpPr>
          <p:cNvPr id="2" name="Oval 1">
            <a:extLst>
              <a:ext uri="{FF2B5EF4-FFF2-40B4-BE49-F238E27FC236}">
                <a16:creationId xmlns:a16="http://schemas.microsoft.com/office/drawing/2014/main" id="{A1685F78-9E2A-2D8E-42A8-9161633F4D77}"/>
              </a:ext>
            </a:extLst>
          </p:cNvPr>
          <p:cNvSpPr/>
          <p:nvPr/>
        </p:nvSpPr>
        <p:spPr>
          <a:xfrm>
            <a:off x="4740843" y="4787393"/>
            <a:ext cx="926845" cy="866466"/>
          </a:xfrm>
          <a:prstGeom prst="ellipse">
            <a:avLst/>
          </a:prstGeom>
          <a:ln w="762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A</a:t>
            </a:r>
          </a:p>
        </p:txBody>
      </p:sp>
      <p:sp>
        <p:nvSpPr>
          <p:cNvPr id="3" name="Oval 2">
            <a:extLst>
              <a:ext uri="{FF2B5EF4-FFF2-40B4-BE49-F238E27FC236}">
                <a16:creationId xmlns:a16="http://schemas.microsoft.com/office/drawing/2014/main" id="{E110DD89-E8FF-AF82-D6C7-438EF443B4D2}"/>
              </a:ext>
            </a:extLst>
          </p:cNvPr>
          <p:cNvSpPr>
            <a:spLocks/>
          </p:cNvSpPr>
          <p:nvPr/>
        </p:nvSpPr>
        <p:spPr>
          <a:xfrm>
            <a:off x="8346548" y="4766800"/>
            <a:ext cx="926845" cy="866466"/>
          </a:xfrm>
          <a:prstGeom prst="ellipse">
            <a:avLst/>
          </a:prstGeom>
          <a:solidFill>
            <a:schemeClr val="tx1">
              <a:lumMod val="50000"/>
              <a:lumOff val="50000"/>
            </a:schemeClr>
          </a:solidFill>
          <a:ln w="762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B</a:t>
            </a:r>
          </a:p>
        </p:txBody>
      </p:sp>
      <p:sp>
        <p:nvSpPr>
          <p:cNvPr id="4" name="Oval 3">
            <a:extLst>
              <a:ext uri="{FF2B5EF4-FFF2-40B4-BE49-F238E27FC236}">
                <a16:creationId xmlns:a16="http://schemas.microsoft.com/office/drawing/2014/main" id="{496F2A05-2E7C-AD33-F202-C85BFD40F17E}"/>
              </a:ext>
            </a:extLst>
          </p:cNvPr>
          <p:cNvSpPr/>
          <p:nvPr/>
        </p:nvSpPr>
        <p:spPr>
          <a:xfrm>
            <a:off x="10276951" y="3152934"/>
            <a:ext cx="926845" cy="866466"/>
          </a:xfrm>
          <a:prstGeom prst="ellipse">
            <a:avLst/>
          </a:prstGeom>
          <a:solidFill>
            <a:schemeClr val="tx1">
              <a:lumMod val="50000"/>
              <a:lumOff val="50000"/>
            </a:schemeClr>
          </a:solidFill>
          <a:ln w="762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C</a:t>
            </a:r>
          </a:p>
        </p:txBody>
      </p:sp>
      <p:sp>
        <p:nvSpPr>
          <p:cNvPr id="5" name="Oval 4">
            <a:extLst>
              <a:ext uri="{FF2B5EF4-FFF2-40B4-BE49-F238E27FC236}">
                <a16:creationId xmlns:a16="http://schemas.microsoft.com/office/drawing/2014/main" id="{0E55EAB0-1DBF-04C5-99C4-3BF66E49C809}"/>
              </a:ext>
            </a:extLst>
          </p:cNvPr>
          <p:cNvSpPr/>
          <p:nvPr/>
        </p:nvSpPr>
        <p:spPr>
          <a:xfrm>
            <a:off x="12620312" y="4787393"/>
            <a:ext cx="926845" cy="866466"/>
          </a:xfrm>
          <a:prstGeom prst="ellipse">
            <a:avLst/>
          </a:prstGeom>
          <a:solidFill>
            <a:schemeClr val="tx1">
              <a:lumMod val="50000"/>
              <a:lumOff val="50000"/>
            </a:schemeClr>
          </a:solidFill>
          <a:ln w="762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D</a:t>
            </a:r>
          </a:p>
        </p:txBody>
      </p:sp>
      <p:sp>
        <p:nvSpPr>
          <p:cNvPr id="6" name="Oval 5">
            <a:extLst>
              <a:ext uri="{FF2B5EF4-FFF2-40B4-BE49-F238E27FC236}">
                <a16:creationId xmlns:a16="http://schemas.microsoft.com/office/drawing/2014/main" id="{803717F2-0317-2C02-EF13-311BCADC3F54}"/>
              </a:ext>
            </a:extLst>
          </p:cNvPr>
          <p:cNvSpPr/>
          <p:nvPr/>
        </p:nvSpPr>
        <p:spPr>
          <a:xfrm>
            <a:off x="10276951" y="6475006"/>
            <a:ext cx="926845" cy="866466"/>
          </a:xfrm>
          <a:prstGeom prst="ellipse">
            <a:avLst/>
          </a:prstGeom>
          <a:solidFill>
            <a:schemeClr val="tx1">
              <a:lumMod val="50000"/>
              <a:lumOff val="50000"/>
            </a:schemeClr>
          </a:solidFill>
          <a:ln w="762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E</a:t>
            </a:r>
          </a:p>
        </p:txBody>
      </p:sp>
      <p:cxnSp>
        <p:nvCxnSpPr>
          <p:cNvPr id="10" name="Straight Connector 9">
            <a:extLst>
              <a:ext uri="{FF2B5EF4-FFF2-40B4-BE49-F238E27FC236}">
                <a16:creationId xmlns:a16="http://schemas.microsoft.com/office/drawing/2014/main" id="{B201C647-0BA2-7740-88ED-864915E8196A}"/>
              </a:ext>
            </a:extLst>
          </p:cNvPr>
          <p:cNvCxnSpPr>
            <a:stCxn id="2" idx="6"/>
            <a:endCxn id="3" idx="2"/>
          </p:cNvCxnSpPr>
          <p:nvPr/>
        </p:nvCxnSpPr>
        <p:spPr>
          <a:xfrm flipV="1">
            <a:off x="5667688" y="5200033"/>
            <a:ext cx="2678860" cy="20593"/>
          </a:xfrm>
          <a:prstGeom prst="line">
            <a:avLst/>
          </a:prstGeom>
          <a:ln w="76200">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4604F09F-0DE1-CCDB-FC5F-E8E9BB643971}"/>
              </a:ext>
            </a:extLst>
          </p:cNvPr>
          <p:cNvCxnSpPr>
            <a:cxnSpLocks/>
            <a:stCxn id="3" idx="7"/>
            <a:endCxn id="4" idx="3"/>
          </p:cNvCxnSpPr>
          <p:nvPr/>
        </p:nvCxnSpPr>
        <p:spPr>
          <a:xfrm flipV="1">
            <a:off x="9137660" y="3892509"/>
            <a:ext cx="1275024" cy="1001182"/>
          </a:xfrm>
          <a:prstGeom prst="line">
            <a:avLst/>
          </a:prstGeom>
          <a:ln w="76200">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926890-6341-1339-AD54-A7D84986F882}"/>
              </a:ext>
            </a:extLst>
          </p:cNvPr>
          <p:cNvCxnSpPr>
            <a:cxnSpLocks/>
            <a:stCxn id="6" idx="6"/>
            <a:endCxn id="5" idx="3"/>
          </p:cNvCxnSpPr>
          <p:nvPr/>
        </p:nvCxnSpPr>
        <p:spPr>
          <a:xfrm flipV="1">
            <a:off x="11203796" y="5526968"/>
            <a:ext cx="1552249" cy="1381271"/>
          </a:xfrm>
          <a:prstGeom prst="line">
            <a:avLst/>
          </a:prstGeom>
          <a:ln w="76200">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ED52E1D9-8206-E8D1-B6DB-C6422F232990}"/>
              </a:ext>
            </a:extLst>
          </p:cNvPr>
          <p:cNvCxnSpPr>
            <a:cxnSpLocks/>
            <a:stCxn id="3" idx="5"/>
          </p:cNvCxnSpPr>
          <p:nvPr/>
        </p:nvCxnSpPr>
        <p:spPr>
          <a:xfrm>
            <a:off x="9137660" y="5506375"/>
            <a:ext cx="1239547" cy="1219005"/>
          </a:xfrm>
          <a:prstGeom prst="line">
            <a:avLst/>
          </a:prstGeom>
          <a:ln w="76200">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A77CA399-F814-60BF-B754-BC7B55526B85}"/>
              </a:ext>
            </a:extLst>
          </p:cNvPr>
          <p:cNvCxnSpPr>
            <a:cxnSpLocks/>
            <a:stCxn id="4" idx="6"/>
            <a:endCxn id="5" idx="1"/>
          </p:cNvCxnSpPr>
          <p:nvPr/>
        </p:nvCxnSpPr>
        <p:spPr>
          <a:xfrm>
            <a:off x="11203796" y="3586167"/>
            <a:ext cx="1552249" cy="1328117"/>
          </a:xfrm>
          <a:prstGeom prst="line">
            <a:avLst/>
          </a:prstGeom>
          <a:ln w="76200">
            <a:solidFill>
              <a:srgbClr val="92D05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9" name="TextBox 28">
                <a:extLst>
                  <a:ext uri="{FF2B5EF4-FFF2-40B4-BE49-F238E27FC236}">
                    <a16:creationId xmlns:a16="http://schemas.microsoft.com/office/drawing/2014/main" id="{54AD3AF3-B417-8177-6949-3BCC2018E86B}"/>
                  </a:ext>
                </a:extLst>
              </p:cNvPr>
              <p:cNvSpPr txBox="1"/>
              <p:nvPr/>
            </p:nvSpPr>
            <p:spPr>
              <a:xfrm>
                <a:off x="4361279" y="3745587"/>
                <a:ext cx="617364" cy="80663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sz="2800" i="1" smtClean="0">
                              <a:solidFill>
                                <a:schemeClr val="bg1"/>
                              </a:solidFill>
                              <a:latin typeface="Cambria Math" panose="02040503050406030204" pitchFamily="18" charset="0"/>
                            </a:rPr>
                          </m:ctrlPr>
                        </m:fPr>
                        <m:num>
                          <m:r>
                            <a:rPr lang="en-US" sz="2800">
                              <a:solidFill>
                                <a:schemeClr val="bg1"/>
                              </a:solidFill>
                              <a:latin typeface="Cambria Math" panose="02040503050406030204" pitchFamily="18" charset="0"/>
                            </a:rPr>
                            <m:t>1</m:t>
                          </m:r>
                        </m:num>
                        <m:den>
                          <m:r>
                            <a:rPr lang="en-US" sz="2800" i="0">
                              <a:solidFill>
                                <a:schemeClr val="bg1"/>
                              </a:solidFill>
                              <a:latin typeface="Cambria Math" panose="02040503050406030204" pitchFamily="18" charset="0"/>
                            </a:rPr>
                            <m:t>1</m:t>
                          </m:r>
                        </m:den>
                      </m:f>
                    </m:oMath>
                  </m:oMathPara>
                </a14:m>
                <a:endParaRPr lang="en-US" dirty="0">
                  <a:solidFill>
                    <a:schemeClr val="bg1"/>
                  </a:solidFill>
                </a:endParaRPr>
              </a:p>
            </p:txBody>
          </p:sp>
        </mc:Choice>
        <mc:Fallback>
          <p:sp>
            <p:nvSpPr>
              <p:cNvPr id="29" name="TextBox 28">
                <a:extLst>
                  <a:ext uri="{FF2B5EF4-FFF2-40B4-BE49-F238E27FC236}">
                    <a16:creationId xmlns:a16="http://schemas.microsoft.com/office/drawing/2014/main" id="{54AD3AF3-B417-8177-6949-3BCC2018E86B}"/>
                  </a:ext>
                </a:extLst>
              </p:cNvPr>
              <p:cNvSpPr txBox="1">
                <a:spLocks noRot="1" noChangeAspect="1" noMove="1" noResize="1" noEditPoints="1" noAdjustHandles="1" noChangeArrowheads="1" noChangeShapeType="1" noTextEdit="1"/>
              </p:cNvSpPr>
              <p:nvPr/>
            </p:nvSpPr>
            <p:spPr>
              <a:xfrm>
                <a:off x="4361279" y="3745587"/>
                <a:ext cx="617364" cy="806631"/>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1" name="TextBox 30">
                <a:extLst>
                  <a:ext uri="{FF2B5EF4-FFF2-40B4-BE49-F238E27FC236}">
                    <a16:creationId xmlns:a16="http://schemas.microsoft.com/office/drawing/2014/main" id="{96880015-ED96-2787-F034-CDA6959EAA88}"/>
                  </a:ext>
                </a:extLst>
              </p:cNvPr>
              <p:cNvSpPr txBox="1"/>
              <p:nvPr/>
            </p:nvSpPr>
            <p:spPr>
              <a:xfrm>
                <a:off x="8192606" y="3822519"/>
                <a:ext cx="617364" cy="80663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sz="2800" i="1" smtClean="0">
                              <a:solidFill>
                                <a:schemeClr val="bg1"/>
                              </a:solidFill>
                              <a:latin typeface="Cambria Math" panose="02040503050406030204" pitchFamily="18" charset="0"/>
                            </a:rPr>
                          </m:ctrlPr>
                        </m:fPr>
                        <m:num>
                          <m:r>
                            <a:rPr lang="en-US" sz="2800" b="0" i="1" smtClean="0">
                              <a:solidFill>
                                <a:schemeClr val="bg1"/>
                              </a:solidFill>
                              <a:latin typeface="Cambria Math" panose="02040503050406030204" pitchFamily="18" charset="0"/>
                            </a:rPr>
                            <m:t>2</m:t>
                          </m:r>
                        </m:num>
                        <m:den>
                          <m:r>
                            <a:rPr lang="en-US" sz="2800" b="0" i="0" smtClean="0">
                              <a:solidFill>
                                <a:schemeClr val="bg1"/>
                              </a:solidFill>
                              <a:latin typeface="Cambria Math" panose="02040503050406030204" pitchFamily="18" charset="0"/>
                            </a:rPr>
                            <m:t>2</m:t>
                          </m:r>
                        </m:den>
                      </m:f>
                    </m:oMath>
                  </m:oMathPara>
                </a14:m>
                <a:endParaRPr lang="en-US" dirty="0">
                  <a:solidFill>
                    <a:schemeClr val="bg1"/>
                  </a:solidFill>
                </a:endParaRPr>
              </a:p>
            </p:txBody>
          </p:sp>
        </mc:Choice>
        <mc:Fallback>
          <p:sp>
            <p:nvSpPr>
              <p:cNvPr id="31" name="TextBox 30">
                <a:extLst>
                  <a:ext uri="{FF2B5EF4-FFF2-40B4-BE49-F238E27FC236}">
                    <a16:creationId xmlns:a16="http://schemas.microsoft.com/office/drawing/2014/main" id="{96880015-ED96-2787-F034-CDA6959EAA88}"/>
                  </a:ext>
                </a:extLst>
              </p:cNvPr>
              <p:cNvSpPr txBox="1">
                <a:spLocks noRot="1" noChangeAspect="1" noMove="1" noResize="1" noEditPoints="1" noAdjustHandles="1" noChangeArrowheads="1" noChangeShapeType="1" noTextEdit="1"/>
              </p:cNvSpPr>
              <p:nvPr/>
            </p:nvSpPr>
            <p:spPr>
              <a:xfrm>
                <a:off x="8192606" y="3822519"/>
                <a:ext cx="617364" cy="806631"/>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2" name="TextBox 31">
                <a:extLst>
                  <a:ext uri="{FF2B5EF4-FFF2-40B4-BE49-F238E27FC236}">
                    <a16:creationId xmlns:a16="http://schemas.microsoft.com/office/drawing/2014/main" id="{26E99B8A-B890-2DE7-6129-FC9081695640}"/>
                  </a:ext>
                </a:extLst>
              </p:cNvPr>
              <p:cNvSpPr txBox="1"/>
              <p:nvPr/>
            </p:nvSpPr>
            <p:spPr>
              <a:xfrm>
                <a:off x="10431691" y="2202267"/>
                <a:ext cx="617364" cy="80663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sz="2800" i="1" smtClean="0">
                              <a:solidFill>
                                <a:schemeClr val="bg1"/>
                              </a:solidFill>
                              <a:latin typeface="Cambria Math" panose="02040503050406030204" pitchFamily="18" charset="0"/>
                            </a:rPr>
                          </m:ctrlPr>
                        </m:fPr>
                        <m:num>
                          <m:r>
                            <a:rPr lang="en-US" sz="2800" b="0" i="1" smtClean="0">
                              <a:solidFill>
                                <a:schemeClr val="bg1"/>
                              </a:solidFill>
                              <a:latin typeface="Cambria Math" panose="02040503050406030204" pitchFamily="18" charset="0"/>
                            </a:rPr>
                            <m:t>3</m:t>
                          </m:r>
                        </m:num>
                        <m:den>
                          <m:r>
                            <a:rPr lang="en-US" sz="2800" b="0" i="0" smtClean="0">
                              <a:solidFill>
                                <a:schemeClr val="bg1"/>
                              </a:solidFill>
                              <a:latin typeface="Cambria Math" panose="02040503050406030204" pitchFamily="18" charset="0"/>
                            </a:rPr>
                            <m:t>2</m:t>
                          </m:r>
                        </m:den>
                      </m:f>
                    </m:oMath>
                  </m:oMathPara>
                </a14:m>
                <a:endParaRPr lang="en-US" dirty="0">
                  <a:solidFill>
                    <a:schemeClr val="bg1"/>
                  </a:solidFill>
                </a:endParaRPr>
              </a:p>
            </p:txBody>
          </p:sp>
        </mc:Choice>
        <mc:Fallback>
          <p:sp>
            <p:nvSpPr>
              <p:cNvPr id="32" name="TextBox 31">
                <a:extLst>
                  <a:ext uri="{FF2B5EF4-FFF2-40B4-BE49-F238E27FC236}">
                    <a16:creationId xmlns:a16="http://schemas.microsoft.com/office/drawing/2014/main" id="{26E99B8A-B890-2DE7-6129-FC9081695640}"/>
                  </a:ext>
                </a:extLst>
              </p:cNvPr>
              <p:cNvSpPr txBox="1">
                <a:spLocks noRot="1" noChangeAspect="1" noMove="1" noResize="1" noEditPoints="1" noAdjustHandles="1" noChangeArrowheads="1" noChangeShapeType="1" noTextEdit="1"/>
              </p:cNvSpPr>
              <p:nvPr/>
            </p:nvSpPr>
            <p:spPr>
              <a:xfrm>
                <a:off x="10431691" y="2202267"/>
                <a:ext cx="617364" cy="806631"/>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3" name="TextBox 32">
                <a:extLst>
                  <a:ext uri="{FF2B5EF4-FFF2-40B4-BE49-F238E27FC236}">
                    <a16:creationId xmlns:a16="http://schemas.microsoft.com/office/drawing/2014/main" id="{38A89571-5D5E-7464-89EF-B84587B0B3A7}"/>
                  </a:ext>
                </a:extLst>
              </p:cNvPr>
              <p:cNvSpPr txBox="1"/>
              <p:nvPr/>
            </p:nvSpPr>
            <p:spPr>
              <a:xfrm>
                <a:off x="12929793" y="3846909"/>
                <a:ext cx="617364" cy="80509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sz="2800" i="1" smtClean="0">
                              <a:solidFill>
                                <a:schemeClr val="bg1"/>
                              </a:solidFill>
                              <a:latin typeface="Cambria Math" panose="02040503050406030204" pitchFamily="18" charset="0"/>
                            </a:rPr>
                          </m:ctrlPr>
                        </m:fPr>
                        <m:num>
                          <m:r>
                            <a:rPr lang="en-US" sz="2800" b="0" i="1" smtClean="0">
                              <a:solidFill>
                                <a:schemeClr val="bg1"/>
                              </a:solidFill>
                              <a:latin typeface="Cambria Math" panose="02040503050406030204" pitchFamily="18" charset="0"/>
                            </a:rPr>
                            <m:t>4</m:t>
                          </m:r>
                        </m:num>
                        <m:den>
                          <m:r>
                            <a:rPr lang="en-US" sz="2800" b="0" i="1" smtClean="0">
                              <a:solidFill>
                                <a:schemeClr val="bg1"/>
                              </a:solidFill>
                              <a:latin typeface="Cambria Math" panose="02040503050406030204" pitchFamily="18" charset="0"/>
                            </a:rPr>
                            <m:t>2</m:t>
                          </m:r>
                        </m:den>
                      </m:f>
                    </m:oMath>
                  </m:oMathPara>
                </a14:m>
                <a:endParaRPr lang="en-US" dirty="0">
                  <a:solidFill>
                    <a:schemeClr val="bg1"/>
                  </a:solidFill>
                </a:endParaRPr>
              </a:p>
            </p:txBody>
          </p:sp>
        </mc:Choice>
        <mc:Fallback>
          <p:sp>
            <p:nvSpPr>
              <p:cNvPr id="33" name="TextBox 32">
                <a:extLst>
                  <a:ext uri="{FF2B5EF4-FFF2-40B4-BE49-F238E27FC236}">
                    <a16:creationId xmlns:a16="http://schemas.microsoft.com/office/drawing/2014/main" id="{38A89571-5D5E-7464-89EF-B84587B0B3A7}"/>
                  </a:ext>
                </a:extLst>
              </p:cNvPr>
              <p:cNvSpPr txBox="1">
                <a:spLocks noRot="1" noChangeAspect="1" noMove="1" noResize="1" noEditPoints="1" noAdjustHandles="1" noChangeArrowheads="1" noChangeShapeType="1" noTextEdit="1"/>
              </p:cNvSpPr>
              <p:nvPr/>
            </p:nvSpPr>
            <p:spPr>
              <a:xfrm>
                <a:off x="12929793" y="3846909"/>
                <a:ext cx="617364" cy="80509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4" name="TextBox 33">
                <a:extLst>
                  <a:ext uri="{FF2B5EF4-FFF2-40B4-BE49-F238E27FC236}">
                    <a16:creationId xmlns:a16="http://schemas.microsoft.com/office/drawing/2014/main" id="{DE83BE76-A718-D161-9B5D-19D4DD834C6F}"/>
                  </a:ext>
                </a:extLst>
              </p:cNvPr>
              <p:cNvSpPr txBox="1"/>
              <p:nvPr/>
            </p:nvSpPr>
            <p:spPr>
              <a:xfrm>
                <a:off x="10412684" y="7496562"/>
                <a:ext cx="617364" cy="84382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sz="2800" i="1" smtClean="0">
                              <a:solidFill>
                                <a:schemeClr val="bg1"/>
                              </a:solidFill>
                              <a:latin typeface="Cambria Math" panose="02040503050406030204" pitchFamily="18" charset="0"/>
                            </a:rPr>
                          </m:ctrlPr>
                        </m:fPr>
                        <m:num>
                          <m:r>
                            <a:rPr lang="en-US" sz="2800" b="0" i="1" smtClean="0">
                              <a:solidFill>
                                <a:schemeClr val="bg1"/>
                              </a:solidFill>
                              <a:latin typeface="Cambria Math" panose="02040503050406030204" pitchFamily="18" charset="0"/>
                            </a:rPr>
                            <m:t>5</m:t>
                          </m:r>
                        </m:num>
                        <m:den>
                          <m:r>
                            <a:rPr lang="en-US" sz="2800" b="0" i="1" smtClean="0">
                              <a:solidFill>
                                <a:schemeClr val="bg1"/>
                              </a:solidFill>
                              <a:latin typeface="Cambria Math" panose="02040503050406030204" pitchFamily="18" charset="0"/>
                            </a:rPr>
                            <m:t>2</m:t>
                          </m:r>
                        </m:den>
                      </m:f>
                    </m:oMath>
                  </m:oMathPara>
                </a14:m>
                <a:endParaRPr lang="en-US" dirty="0">
                  <a:solidFill>
                    <a:schemeClr val="bg1"/>
                  </a:solidFill>
                </a:endParaRPr>
              </a:p>
            </p:txBody>
          </p:sp>
        </mc:Choice>
        <mc:Fallback>
          <p:sp>
            <p:nvSpPr>
              <p:cNvPr id="34" name="TextBox 33">
                <a:extLst>
                  <a:ext uri="{FF2B5EF4-FFF2-40B4-BE49-F238E27FC236}">
                    <a16:creationId xmlns:a16="http://schemas.microsoft.com/office/drawing/2014/main" id="{DE83BE76-A718-D161-9B5D-19D4DD834C6F}"/>
                  </a:ext>
                </a:extLst>
              </p:cNvPr>
              <p:cNvSpPr txBox="1">
                <a:spLocks noRot="1" noChangeAspect="1" noMove="1" noResize="1" noEditPoints="1" noAdjustHandles="1" noChangeArrowheads="1" noChangeShapeType="1" noTextEdit="1"/>
              </p:cNvSpPr>
              <p:nvPr/>
            </p:nvSpPr>
            <p:spPr>
              <a:xfrm>
                <a:off x="10412684" y="7496562"/>
                <a:ext cx="617364" cy="843821"/>
              </a:xfrm>
              <a:prstGeom prst="rect">
                <a:avLst/>
              </a:prstGeom>
              <a:blipFill>
                <a:blip r:embed="rId7"/>
                <a:stretch>
                  <a:fillRect/>
                </a:stretch>
              </a:blipFill>
            </p:spPr>
            <p:txBody>
              <a:bodyPr/>
              <a:lstStyle/>
              <a:p>
                <a:r>
                  <a:rPr lang="en-US">
                    <a:noFill/>
                  </a:rPr>
                  <a:t> </a:t>
                </a:r>
              </a:p>
            </p:txBody>
          </p:sp>
        </mc:Fallback>
      </mc:AlternateContent>
      <p:sp>
        <p:nvSpPr>
          <p:cNvPr id="35" name="TextBox 34">
            <a:extLst>
              <a:ext uri="{FF2B5EF4-FFF2-40B4-BE49-F238E27FC236}">
                <a16:creationId xmlns:a16="http://schemas.microsoft.com/office/drawing/2014/main" id="{B7838671-EF64-DF0B-9E0F-31C322A22CD4}"/>
              </a:ext>
            </a:extLst>
          </p:cNvPr>
          <p:cNvSpPr txBox="1"/>
          <p:nvPr/>
        </p:nvSpPr>
        <p:spPr>
          <a:xfrm>
            <a:off x="2021214" y="3627601"/>
            <a:ext cx="1944509" cy="461665"/>
          </a:xfrm>
          <a:prstGeom prst="rect">
            <a:avLst/>
          </a:prstGeom>
          <a:noFill/>
        </p:spPr>
        <p:txBody>
          <a:bodyPr wrap="square" rtlCol="0">
            <a:spAutoFit/>
          </a:bodyPr>
          <a:lstStyle/>
          <a:p>
            <a:r>
              <a:rPr lang="en-US" sz="2400" dirty="0">
                <a:solidFill>
                  <a:schemeClr val="bg1"/>
                </a:solidFill>
              </a:rPr>
              <a:t>Discovery</a:t>
            </a:r>
          </a:p>
        </p:txBody>
      </p:sp>
      <p:sp>
        <p:nvSpPr>
          <p:cNvPr id="36" name="TextBox 35">
            <a:extLst>
              <a:ext uri="{FF2B5EF4-FFF2-40B4-BE49-F238E27FC236}">
                <a16:creationId xmlns:a16="http://schemas.microsoft.com/office/drawing/2014/main" id="{61D802C0-AA41-CA75-C7FC-C91957281DCD}"/>
              </a:ext>
            </a:extLst>
          </p:cNvPr>
          <p:cNvSpPr txBox="1"/>
          <p:nvPr/>
        </p:nvSpPr>
        <p:spPr>
          <a:xfrm>
            <a:off x="2075827" y="4126873"/>
            <a:ext cx="1494340" cy="461665"/>
          </a:xfrm>
          <a:prstGeom prst="rect">
            <a:avLst/>
          </a:prstGeom>
          <a:noFill/>
        </p:spPr>
        <p:txBody>
          <a:bodyPr wrap="square" rtlCol="0">
            <a:spAutoFit/>
          </a:bodyPr>
          <a:lstStyle/>
          <a:p>
            <a:r>
              <a:rPr lang="en-US" sz="2400" dirty="0">
                <a:solidFill>
                  <a:schemeClr val="bg1"/>
                </a:solidFill>
              </a:rPr>
              <a:t>Low</a:t>
            </a:r>
          </a:p>
        </p:txBody>
      </p:sp>
      <p:cxnSp>
        <p:nvCxnSpPr>
          <p:cNvPr id="38" name="Straight Arrow Connector 37">
            <a:extLst>
              <a:ext uri="{FF2B5EF4-FFF2-40B4-BE49-F238E27FC236}">
                <a16:creationId xmlns:a16="http://schemas.microsoft.com/office/drawing/2014/main" id="{AB2573D6-E700-19DF-57E9-FED3A02DCC5B}"/>
              </a:ext>
            </a:extLst>
          </p:cNvPr>
          <p:cNvCxnSpPr>
            <a:cxnSpLocks/>
          </p:cNvCxnSpPr>
          <p:nvPr/>
        </p:nvCxnSpPr>
        <p:spPr>
          <a:xfrm>
            <a:off x="3561103" y="3892509"/>
            <a:ext cx="834215"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1FDEF998-8D0F-8E6E-33C1-62D13EDA7F65}"/>
              </a:ext>
            </a:extLst>
          </p:cNvPr>
          <p:cNvCxnSpPr>
            <a:cxnSpLocks/>
          </p:cNvCxnSpPr>
          <p:nvPr/>
        </p:nvCxnSpPr>
        <p:spPr>
          <a:xfrm>
            <a:off x="2993468" y="4393100"/>
            <a:ext cx="1296871"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3F23CF4F-4E41-DBF7-4B1D-FF89EBF393CE}"/>
              </a:ext>
            </a:extLst>
          </p:cNvPr>
          <p:cNvCxnSpPr/>
          <p:nvPr/>
        </p:nvCxnSpPr>
        <p:spPr>
          <a:xfrm>
            <a:off x="5943600" y="4914284"/>
            <a:ext cx="213851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2A62E8EE-A8F9-AE55-21A0-D07290DA588F}"/>
              </a:ext>
            </a:extLst>
          </p:cNvPr>
          <p:cNvCxnSpPr>
            <a:cxnSpLocks/>
          </p:cNvCxnSpPr>
          <p:nvPr/>
        </p:nvCxnSpPr>
        <p:spPr>
          <a:xfrm flipV="1">
            <a:off x="9137660" y="3846909"/>
            <a:ext cx="994482" cy="78224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C007ED98-D5AC-4119-4445-05C93368C619}"/>
              </a:ext>
            </a:extLst>
          </p:cNvPr>
          <p:cNvCxnSpPr>
            <a:cxnSpLocks/>
          </p:cNvCxnSpPr>
          <p:nvPr/>
        </p:nvCxnSpPr>
        <p:spPr>
          <a:xfrm flipH="1">
            <a:off x="11304052" y="5506375"/>
            <a:ext cx="1268382" cy="104594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E9E9DCBB-853B-4E45-4C63-1B648998994E}"/>
              </a:ext>
            </a:extLst>
          </p:cNvPr>
          <p:cNvCxnSpPr>
            <a:cxnSpLocks/>
          </p:cNvCxnSpPr>
          <p:nvPr/>
        </p:nvCxnSpPr>
        <p:spPr>
          <a:xfrm>
            <a:off x="11473294" y="3533013"/>
            <a:ext cx="1282751" cy="113246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E88EE7D7-CEC6-3FD0-1B83-3AC734C251D9}"/>
              </a:ext>
            </a:extLst>
          </p:cNvPr>
          <p:cNvCxnSpPr>
            <a:cxnSpLocks/>
          </p:cNvCxnSpPr>
          <p:nvPr/>
        </p:nvCxnSpPr>
        <p:spPr>
          <a:xfrm flipH="1" flipV="1">
            <a:off x="9043395" y="5718405"/>
            <a:ext cx="1114753" cy="109211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49148560"/>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74">
          <a:extLst>
            <a:ext uri="{FF2B5EF4-FFF2-40B4-BE49-F238E27FC236}">
              <a16:creationId xmlns:a16="http://schemas.microsoft.com/office/drawing/2014/main" id="{F9589B64-864C-F30D-10B3-AE259A9A61E3}"/>
            </a:ext>
          </a:extLst>
        </p:cNvPr>
        <p:cNvGrpSpPr/>
        <p:nvPr/>
      </p:nvGrpSpPr>
      <p:grpSpPr>
        <a:xfrm>
          <a:off x="0" y="0"/>
          <a:ext cx="0" cy="0"/>
          <a:chOff x="0" y="0"/>
          <a:chExt cx="0" cy="0"/>
        </a:xfrm>
      </p:grpSpPr>
      <p:cxnSp>
        <p:nvCxnSpPr>
          <p:cNvPr id="75" name="Google Shape;75;p10">
            <a:extLst>
              <a:ext uri="{FF2B5EF4-FFF2-40B4-BE49-F238E27FC236}">
                <a16:creationId xmlns:a16="http://schemas.microsoft.com/office/drawing/2014/main" id="{00461A37-1B1A-66C7-89A2-D30B467257D7}"/>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a:extLst>
              <a:ext uri="{FF2B5EF4-FFF2-40B4-BE49-F238E27FC236}">
                <a16:creationId xmlns:a16="http://schemas.microsoft.com/office/drawing/2014/main" id="{06C6D53F-91C6-D839-8CE1-34E5A477045F}"/>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81" name="Google Shape;81;p10">
            <a:extLst>
              <a:ext uri="{FF2B5EF4-FFF2-40B4-BE49-F238E27FC236}">
                <a16:creationId xmlns:a16="http://schemas.microsoft.com/office/drawing/2014/main" id="{1B47AEFB-3B8B-EEE6-3D8C-0699A1878793}"/>
              </a:ext>
            </a:extLst>
          </p:cNvPr>
          <p:cNvSpPr txBox="1"/>
          <p:nvPr/>
        </p:nvSpPr>
        <p:spPr>
          <a:xfrm>
            <a:off x="3877150" y="714400"/>
            <a:ext cx="12122133" cy="1551194"/>
          </a:xfrm>
          <a:prstGeom prst="rect">
            <a:avLst/>
          </a:prstGeom>
          <a:noFill/>
          <a:ln>
            <a:noFill/>
          </a:ln>
        </p:spPr>
        <p:txBody>
          <a:bodyPr spcFirstLastPara="1" wrap="square" lIns="0" tIns="0" rIns="0" bIns="0" anchor="t" anchorCtr="0">
            <a:spAutoFit/>
          </a:bodyPr>
          <a:lstStyle/>
          <a:p>
            <a:pPr marL="0" marR="0" lvl="0" indent="0" algn="l" rtl="0">
              <a:lnSpc>
                <a:spcPct val="70000"/>
              </a:lnSpc>
              <a:spcBef>
                <a:spcPts val="0"/>
              </a:spcBef>
              <a:spcAft>
                <a:spcPts val="0"/>
              </a:spcAft>
              <a:buNone/>
            </a:pPr>
            <a:r>
              <a:rPr lang="en-US" sz="14400" b="0" i="0" u="none" strike="noStrike" cap="none" dirty="0">
                <a:solidFill>
                  <a:srgbClr val="C2F970"/>
                </a:solidFill>
                <a:latin typeface="Darker Grotesque"/>
                <a:ea typeface="Darker Grotesque"/>
                <a:cs typeface="Darker Grotesque"/>
                <a:sym typeface="Darker Grotesque"/>
              </a:rPr>
              <a:t>Example</a:t>
            </a:r>
            <a:endParaRPr dirty="0"/>
          </a:p>
        </p:txBody>
      </p:sp>
      <p:grpSp>
        <p:nvGrpSpPr>
          <p:cNvPr id="82" name="Google Shape;82;p10">
            <a:extLst>
              <a:ext uri="{FF2B5EF4-FFF2-40B4-BE49-F238E27FC236}">
                <a16:creationId xmlns:a16="http://schemas.microsoft.com/office/drawing/2014/main" id="{143004F3-9AD1-EC33-5E2C-B5DFC879E127}"/>
              </a:ext>
            </a:extLst>
          </p:cNvPr>
          <p:cNvGrpSpPr/>
          <p:nvPr/>
        </p:nvGrpSpPr>
        <p:grpSpPr>
          <a:xfrm>
            <a:off x="1772933" y="425090"/>
            <a:ext cx="1944497" cy="1777178"/>
            <a:chOff x="0" y="0"/>
            <a:chExt cx="3467931" cy="3467931"/>
          </a:xfrm>
        </p:grpSpPr>
        <p:grpSp>
          <p:nvGrpSpPr>
            <p:cNvPr id="83" name="Google Shape;83;p10">
              <a:extLst>
                <a:ext uri="{FF2B5EF4-FFF2-40B4-BE49-F238E27FC236}">
                  <a16:creationId xmlns:a16="http://schemas.microsoft.com/office/drawing/2014/main" id="{CD0534F5-7136-C6D8-BAA5-2E95551E2597}"/>
                </a:ext>
              </a:extLst>
            </p:cNvPr>
            <p:cNvGrpSpPr/>
            <p:nvPr/>
          </p:nvGrpSpPr>
          <p:grpSpPr>
            <a:xfrm>
              <a:off x="0" y="0"/>
              <a:ext cx="3467931" cy="3467931"/>
              <a:chOff x="0" y="0"/>
              <a:chExt cx="812800" cy="812800"/>
            </a:xfrm>
          </p:grpSpPr>
          <p:sp>
            <p:nvSpPr>
              <p:cNvPr id="84" name="Google Shape;84;p10">
                <a:extLst>
                  <a:ext uri="{FF2B5EF4-FFF2-40B4-BE49-F238E27FC236}">
                    <a16:creationId xmlns:a16="http://schemas.microsoft.com/office/drawing/2014/main" id="{02664FEF-363D-B65D-76C2-E079C01C9198}"/>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38100" cap="sq" cmpd="sng">
                <a:solidFill>
                  <a:srgbClr val="C2F97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10">
                <a:extLst>
                  <a:ext uri="{FF2B5EF4-FFF2-40B4-BE49-F238E27FC236}">
                    <a16:creationId xmlns:a16="http://schemas.microsoft.com/office/drawing/2014/main" id="{38249D35-643B-E6ED-A163-6682E33484A2}"/>
                  </a:ext>
                </a:extLst>
              </p:cNvPr>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cxnSp>
          <p:nvCxnSpPr>
            <p:cNvPr id="86" name="Google Shape;86;p10">
              <a:extLst>
                <a:ext uri="{FF2B5EF4-FFF2-40B4-BE49-F238E27FC236}">
                  <a16:creationId xmlns:a16="http://schemas.microsoft.com/office/drawing/2014/main" id="{DAE8CA11-EAC6-ECDF-FEC2-159EA66D60A6}"/>
                </a:ext>
              </a:extLst>
            </p:cNvPr>
            <p:cNvCxnSpPr/>
            <p:nvPr/>
          </p:nvCxnSpPr>
          <p:spPr>
            <a:xfrm>
              <a:off x="858947" y="858947"/>
              <a:ext cx="1748487" cy="1748487"/>
            </a:xfrm>
            <a:prstGeom prst="straightConnector1">
              <a:avLst/>
            </a:prstGeom>
            <a:noFill/>
            <a:ln w="64200" cap="flat" cmpd="sng">
              <a:solidFill>
                <a:srgbClr val="C2F970"/>
              </a:solidFill>
              <a:prstDash val="solid"/>
              <a:round/>
              <a:headEnd type="none" w="sm" len="sm"/>
              <a:tailEnd type="none" w="sm" len="sm"/>
            </a:ln>
          </p:spPr>
        </p:cxnSp>
        <p:cxnSp>
          <p:nvCxnSpPr>
            <p:cNvPr id="87" name="Google Shape;87;p10">
              <a:extLst>
                <a:ext uri="{FF2B5EF4-FFF2-40B4-BE49-F238E27FC236}">
                  <a16:creationId xmlns:a16="http://schemas.microsoft.com/office/drawing/2014/main" id="{EB7A264F-8B6C-EB5C-C114-F76CACCFE15B}"/>
                </a:ext>
              </a:extLst>
            </p:cNvPr>
            <p:cNvCxnSpPr/>
            <p:nvPr/>
          </p:nvCxnSpPr>
          <p:spPr>
            <a:xfrm>
              <a:off x="1468919" y="2599579"/>
              <a:ext cx="1157476" cy="0"/>
            </a:xfrm>
            <a:prstGeom prst="straightConnector1">
              <a:avLst/>
            </a:prstGeom>
            <a:noFill/>
            <a:ln w="64200" cap="flat" cmpd="sng">
              <a:solidFill>
                <a:srgbClr val="C2F970"/>
              </a:solidFill>
              <a:prstDash val="solid"/>
              <a:round/>
              <a:headEnd type="none" w="sm" len="sm"/>
              <a:tailEnd type="none" w="sm" len="sm"/>
            </a:ln>
          </p:spPr>
        </p:cxnSp>
        <p:cxnSp>
          <p:nvCxnSpPr>
            <p:cNvPr id="88" name="Google Shape;88;p10">
              <a:extLst>
                <a:ext uri="{FF2B5EF4-FFF2-40B4-BE49-F238E27FC236}">
                  <a16:creationId xmlns:a16="http://schemas.microsoft.com/office/drawing/2014/main" id="{ADA76DC6-7489-7C6D-06E2-AFC9508827E6}"/>
                </a:ext>
              </a:extLst>
            </p:cNvPr>
            <p:cNvCxnSpPr/>
            <p:nvPr/>
          </p:nvCxnSpPr>
          <p:spPr>
            <a:xfrm rot="10800000">
              <a:off x="2599579" y="1412359"/>
              <a:ext cx="0" cy="1157476"/>
            </a:xfrm>
            <a:prstGeom prst="straightConnector1">
              <a:avLst/>
            </a:prstGeom>
            <a:noFill/>
            <a:ln w="64200" cap="flat" cmpd="sng">
              <a:solidFill>
                <a:srgbClr val="C2F970"/>
              </a:solidFill>
              <a:prstDash val="solid"/>
              <a:round/>
              <a:headEnd type="none" w="sm" len="sm"/>
              <a:tailEnd type="none" w="sm" len="sm"/>
            </a:ln>
          </p:spPr>
        </p:cxnSp>
      </p:grpSp>
      <p:sp>
        <p:nvSpPr>
          <p:cNvPr id="2" name="Oval 1">
            <a:extLst>
              <a:ext uri="{FF2B5EF4-FFF2-40B4-BE49-F238E27FC236}">
                <a16:creationId xmlns:a16="http://schemas.microsoft.com/office/drawing/2014/main" id="{93A140FA-DA9D-314B-0C5B-C8CE4B3FF626}"/>
              </a:ext>
            </a:extLst>
          </p:cNvPr>
          <p:cNvSpPr/>
          <p:nvPr/>
        </p:nvSpPr>
        <p:spPr>
          <a:xfrm>
            <a:off x="4740843" y="4787393"/>
            <a:ext cx="926845" cy="866466"/>
          </a:xfrm>
          <a:prstGeom prst="ellipse">
            <a:avLst/>
          </a:prstGeom>
          <a:solidFill>
            <a:schemeClr val="tx1">
              <a:lumMod val="50000"/>
              <a:lumOff val="50000"/>
            </a:schemeClr>
          </a:solidFill>
          <a:ln w="762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A</a:t>
            </a:r>
          </a:p>
        </p:txBody>
      </p:sp>
      <p:sp>
        <p:nvSpPr>
          <p:cNvPr id="3" name="Oval 2">
            <a:extLst>
              <a:ext uri="{FF2B5EF4-FFF2-40B4-BE49-F238E27FC236}">
                <a16:creationId xmlns:a16="http://schemas.microsoft.com/office/drawing/2014/main" id="{9452028B-39F5-EB94-34D2-81E07A5077CF}"/>
              </a:ext>
            </a:extLst>
          </p:cNvPr>
          <p:cNvSpPr>
            <a:spLocks/>
          </p:cNvSpPr>
          <p:nvPr/>
        </p:nvSpPr>
        <p:spPr>
          <a:xfrm>
            <a:off x="8346548" y="4766800"/>
            <a:ext cx="926845" cy="866466"/>
          </a:xfrm>
          <a:prstGeom prst="ellipse">
            <a:avLst/>
          </a:prstGeom>
          <a:solidFill>
            <a:schemeClr val="tx1">
              <a:lumMod val="50000"/>
              <a:lumOff val="50000"/>
            </a:schemeClr>
          </a:solidFill>
          <a:ln w="762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B</a:t>
            </a:r>
          </a:p>
        </p:txBody>
      </p:sp>
      <p:sp>
        <p:nvSpPr>
          <p:cNvPr id="4" name="Oval 3">
            <a:extLst>
              <a:ext uri="{FF2B5EF4-FFF2-40B4-BE49-F238E27FC236}">
                <a16:creationId xmlns:a16="http://schemas.microsoft.com/office/drawing/2014/main" id="{FC37FB3D-571A-4F10-0212-046BE45B3A00}"/>
              </a:ext>
            </a:extLst>
          </p:cNvPr>
          <p:cNvSpPr/>
          <p:nvPr/>
        </p:nvSpPr>
        <p:spPr>
          <a:xfrm>
            <a:off x="10276951" y="3152934"/>
            <a:ext cx="926845" cy="866466"/>
          </a:xfrm>
          <a:prstGeom prst="ellipse">
            <a:avLst/>
          </a:prstGeom>
          <a:solidFill>
            <a:schemeClr val="tx1">
              <a:lumMod val="50000"/>
              <a:lumOff val="50000"/>
            </a:schemeClr>
          </a:solidFill>
          <a:ln w="762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C</a:t>
            </a:r>
          </a:p>
        </p:txBody>
      </p:sp>
      <p:sp>
        <p:nvSpPr>
          <p:cNvPr id="5" name="Oval 4">
            <a:extLst>
              <a:ext uri="{FF2B5EF4-FFF2-40B4-BE49-F238E27FC236}">
                <a16:creationId xmlns:a16="http://schemas.microsoft.com/office/drawing/2014/main" id="{91CF9C08-3D57-48BC-63AC-6576BE706257}"/>
              </a:ext>
            </a:extLst>
          </p:cNvPr>
          <p:cNvSpPr/>
          <p:nvPr/>
        </p:nvSpPr>
        <p:spPr>
          <a:xfrm>
            <a:off x="12620312" y="4787393"/>
            <a:ext cx="926845" cy="866466"/>
          </a:xfrm>
          <a:prstGeom prst="ellipse">
            <a:avLst/>
          </a:prstGeom>
          <a:solidFill>
            <a:schemeClr val="tx1">
              <a:lumMod val="50000"/>
              <a:lumOff val="50000"/>
            </a:schemeClr>
          </a:solidFill>
          <a:ln w="762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D</a:t>
            </a:r>
          </a:p>
        </p:txBody>
      </p:sp>
      <p:sp>
        <p:nvSpPr>
          <p:cNvPr id="6" name="Oval 5">
            <a:extLst>
              <a:ext uri="{FF2B5EF4-FFF2-40B4-BE49-F238E27FC236}">
                <a16:creationId xmlns:a16="http://schemas.microsoft.com/office/drawing/2014/main" id="{2A3BD4DE-E5A0-2079-8426-E97ECC337D0D}"/>
              </a:ext>
            </a:extLst>
          </p:cNvPr>
          <p:cNvSpPr/>
          <p:nvPr/>
        </p:nvSpPr>
        <p:spPr>
          <a:xfrm>
            <a:off x="10276951" y="6475006"/>
            <a:ext cx="926845" cy="866466"/>
          </a:xfrm>
          <a:prstGeom prst="ellipse">
            <a:avLst/>
          </a:prstGeom>
          <a:solidFill>
            <a:schemeClr val="tx1">
              <a:lumMod val="50000"/>
              <a:lumOff val="50000"/>
            </a:schemeClr>
          </a:solidFill>
          <a:ln w="762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E</a:t>
            </a:r>
          </a:p>
        </p:txBody>
      </p:sp>
      <p:cxnSp>
        <p:nvCxnSpPr>
          <p:cNvPr id="10" name="Straight Connector 9">
            <a:extLst>
              <a:ext uri="{FF2B5EF4-FFF2-40B4-BE49-F238E27FC236}">
                <a16:creationId xmlns:a16="http://schemas.microsoft.com/office/drawing/2014/main" id="{8695EDBF-F8E8-1BC2-574A-52971D431187}"/>
              </a:ext>
            </a:extLst>
          </p:cNvPr>
          <p:cNvCxnSpPr>
            <a:stCxn id="2" idx="6"/>
            <a:endCxn id="3" idx="2"/>
          </p:cNvCxnSpPr>
          <p:nvPr/>
        </p:nvCxnSpPr>
        <p:spPr>
          <a:xfrm flipV="1">
            <a:off x="5667688" y="5200033"/>
            <a:ext cx="2678860" cy="20593"/>
          </a:xfrm>
          <a:prstGeom prst="line">
            <a:avLst/>
          </a:prstGeom>
          <a:ln w="76200">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B98ADB08-C979-A3DC-2851-FC3B572787C3}"/>
              </a:ext>
            </a:extLst>
          </p:cNvPr>
          <p:cNvCxnSpPr>
            <a:cxnSpLocks/>
            <a:stCxn id="3" idx="7"/>
            <a:endCxn id="4" idx="3"/>
          </p:cNvCxnSpPr>
          <p:nvPr/>
        </p:nvCxnSpPr>
        <p:spPr>
          <a:xfrm flipV="1">
            <a:off x="9137660" y="3892509"/>
            <a:ext cx="1275024" cy="1001182"/>
          </a:xfrm>
          <a:prstGeom prst="line">
            <a:avLst/>
          </a:prstGeom>
          <a:ln w="76200">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85890C9E-839D-D13B-3436-9E2BDA828413}"/>
              </a:ext>
            </a:extLst>
          </p:cNvPr>
          <p:cNvCxnSpPr>
            <a:cxnSpLocks/>
            <a:stCxn id="6" idx="6"/>
            <a:endCxn id="5" idx="3"/>
          </p:cNvCxnSpPr>
          <p:nvPr/>
        </p:nvCxnSpPr>
        <p:spPr>
          <a:xfrm flipV="1">
            <a:off x="11203796" y="5526968"/>
            <a:ext cx="1552249" cy="1381271"/>
          </a:xfrm>
          <a:prstGeom prst="line">
            <a:avLst/>
          </a:prstGeom>
          <a:ln w="76200">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DE15634E-41FE-3182-3F8B-104D3553B753}"/>
              </a:ext>
            </a:extLst>
          </p:cNvPr>
          <p:cNvCxnSpPr>
            <a:cxnSpLocks/>
            <a:stCxn id="3" idx="5"/>
          </p:cNvCxnSpPr>
          <p:nvPr/>
        </p:nvCxnSpPr>
        <p:spPr>
          <a:xfrm>
            <a:off x="9137660" y="5506375"/>
            <a:ext cx="1239547" cy="1219005"/>
          </a:xfrm>
          <a:prstGeom prst="line">
            <a:avLst/>
          </a:prstGeom>
          <a:ln w="76200">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E861407-BA83-C5ED-0DDB-0E97B4624362}"/>
              </a:ext>
            </a:extLst>
          </p:cNvPr>
          <p:cNvCxnSpPr>
            <a:cxnSpLocks/>
            <a:stCxn id="4" idx="6"/>
            <a:endCxn id="5" idx="1"/>
          </p:cNvCxnSpPr>
          <p:nvPr/>
        </p:nvCxnSpPr>
        <p:spPr>
          <a:xfrm>
            <a:off x="11203796" y="3586167"/>
            <a:ext cx="1552249" cy="1328117"/>
          </a:xfrm>
          <a:prstGeom prst="line">
            <a:avLst/>
          </a:prstGeom>
          <a:ln w="76200">
            <a:solidFill>
              <a:srgbClr val="92D05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9" name="TextBox 28">
                <a:extLst>
                  <a:ext uri="{FF2B5EF4-FFF2-40B4-BE49-F238E27FC236}">
                    <a16:creationId xmlns:a16="http://schemas.microsoft.com/office/drawing/2014/main" id="{FF921855-3744-47FE-0896-2FF990DD1AAB}"/>
                  </a:ext>
                </a:extLst>
              </p:cNvPr>
              <p:cNvSpPr txBox="1"/>
              <p:nvPr/>
            </p:nvSpPr>
            <p:spPr>
              <a:xfrm>
                <a:off x="4361279" y="3745587"/>
                <a:ext cx="617364" cy="80663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sz="2800" i="1" smtClean="0">
                              <a:solidFill>
                                <a:schemeClr val="bg1"/>
                              </a:solidFill>
                              <a:latin typeface="Cambria Math" panose="02040503050406030204" pitchFamily="18" charset="0"/>
                            </a:rPr>
                          </m:ctrlPr>
                        </m:fPr>
                        <m:num>
                          <m:r>
                            <a:rPr lang="en-US" sz="2800">
                              <a:solidFill>
                                <a:schemeClr val="bg1"/>
                              </a:solidFill>
                              <a:latin typeface="Cambria Math" panose="02040503050406030204" pitchFamily="18" charset="0"/>
                            </a:rPr>
                            <m:t>1</m:t>
                          </m:r>
                        </m:num>
                        <m:den>
                          <m:r>
                            <a:rPr lang="en-US" sz="2800" i="0">
                              <a:solidFill>
                                <a:schemeClr val="bg1"/>
                              </a:solidFill>
                              <a:latin typeface="Cambria Math" panose="02040503050406030204" pitchFamily="18" charset="0"/>
                            </a:rPr>
                            <m:t>1</m:t>
                          </m:r>
                        </m:den>
                      </m:f>
                    </m:oMath>
                  </m:oMathPara>
                </a14:m>
                <a:endParaRPr lang="en-US" dirty="0">
                  <a:solidFill>
                    <a:schemeClr val="bg1"/>
                  </a:solidFill>
                </a:endParaRPr>
              </a:p>
            </p:txBody>
          </p:sp>
        </mc:Choice>
        <mc:Fallback>
          <p:sp>
            <p:nvSpPr>
              <p:cNvPr id="29" name="TextBox 28">
                <a:extLst>
                  <a:ext uri="{FF2B5EF4-FFF2-40B4-BE49-F238E27FC236}">
                    <a16:creationId xmlns:a16="http://schemas.microsoft.com/office/drawing/2014/main" id="{FF921855-3744-47FE-0896-2FF990DD1AAB}"/>
                  </a:ext>
                </a:extLst>
              </p:cNvPr>
              <p:cNvSpPr txBox="1">
                <a:spLocks noRot="1" noChangeAspect="1" noMove="1" noResize="1" noEditPoints="1" noAdjustHandles="1" noChangeArrowheads="1" noChangeShapeType="1" noTextEdit="1"/>
              </p:cNvSpPr>
              <p:nvPr/>
            </p:nvSpPr>
            <p:spPr>
              <a:xfrm>
                <a:off x="4361279" y="3745587"/>
                <a:ext cx="617364" cy="806631"/>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1" name="TextBox 30">
                <a:extLst>
                  <a:ext uri="{FF2B5EF4-FFF2-40B4-BE49-F238E27FC236}">
                    <a16:creationId xmlns:a16="http://schemas.microsoft.com/office/drawing/2014/main" id="{FFEFD353-1979-27EE-3800-8D56A7C37ECB}"/>
                  </a:ext>
                </a:extLst>
              </p:cNvPr>
              <p:cNvSpPr txBox="1"/>
              <p:nvPr/>
            </p:nvSpPr>
            <p:spPr>
              <a:xfrm>
                <a:off x="8192606" y="3822519"/>
                <a:ext cx="617364" cy="80663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sz="2800" i="1" smtClean="0">
                              <a:solidFill>
                                <a:schemeClr val="bg1"/>
                              </a:solidFill>
                              <a:latin typeface="Cambria Math" panose="02040503050406030204" pitchFamily="18" charset="0"/>
                            </a:rPr>
                          </m:ctrlPr>
                        </m:fPr>
                        <m:num>
                          <m:r>
                            <a:rPr lang="en-US" sz="2800" b="0" i="1" smtClean="0">
                              <a:solidFill>
                                <a:schemeClr val="bg1"/>
                              </a:solidFill>
                              <a:latin typeface="Cambria Math" panose="02040503050406030204" pitchFamily="18" charset="0"/>
                            </a:rPr>
                            <m:t>2</m:t>
                          </m:r>
                        </m:num>
                        <m:den>
                          <m:r>
                            <a:rPr lang="en-US" sz="2800" b="0" i="0" smtClean="0">
                              <a:solidFill>
                                <a:schemeClr val="bg1"/>
                              </a:solidFill>
                              <a:latin typeface="Cambria Math" panose="02040503050406030204" pitchFamily="18" charset="0"/>
                            </a:rPr>
                            <m:t>2</m:t>
                          </m:r>
                        </m:den>
                      </m:f>
                    </m:oMath>
                  </m:oMathPara>
                </a14:m>
                <a:endParaRPr lang="en-US" dirty="0">
                  <a:solidFill>
                    <a:schemeClr val="bg1"/>
                  </a:solidFill>
                </a:endParaRPr>
              </a:p>
            </p:txBody>
          </p:sp>
        </mc:Choice>
        <mc:Fallback>
          <p:sp>
            <p:nvSpPr>
              <p:cNvPr id="31" name="TextBox 30">
                <a:extLst>
                  <a:ext uri="{FF2B5EF4-FFF2-40B4-BE49-F238E27FC236}">
                    <a16:creationId xmlns:a16="http://schemas.microsoft.com/office/drawing/2014/main" id="{FFEFD353-1979-27EE-3800-8D56A7C37ECB}"/>
                  </a:ext>
                </a:extLst>
              </p:cNvPr>
              <p:cNvSpPr txBox="1">
                <a:spLocks noRot="1" noChangeAspect="1" noMove="1" noResize="1" noEditPoints="1" noAdjustHandles="1" noChangeArrowheads="1" noChangeShapeType="1" noTextEdit="1"/>
              </p:cNvSpPr>
              <p:nvPr/>
            </p:nvSpPr>
            <p:spPr>
              <a:xfrm>
                <a:off x="8192606" y="3822519"/>
                <a:ext cx="617364" cy="806631"/>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2" name="TextBox 31">
                <a:extLst>
                  <a:ext uri="{FF2B5EF4-FFF2-40B4-BE49-F238E27FC236}">
                    <a16:creationId xmlns:a16="http://schemas.microsoft.com/office/drawing/2014/main" id="{5E8155D2-19F8-11EF-5204-F8F0937AC9EF}"/>
                  </a:ext>
                </a:extLst>
              </p:cNvPr>
              <p:cNvSpPr txBox="1"/>
              <p:nvPr/>
            </p:nvSpPr>
            <p:spPr>
              <a:xfrm>
                <a:off x="10431691" y="2202267"/>
                <a:ext cx="617364" cy="80663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sz="2800" i="1" smtClean="0">
                              <a:solidFill>
                                <a:schemeClr val="bg1"/>
                              </a:solidFill>
                              <a:latin typeface="Cambria Math" panose="02040503050406030204" pitchFamily="18" charset="0"/>
                            </a:rPr>
                          </m:ctrlPr>
                        </m:fPr>
                        <m:num>
                          <m:r>
                            <a:rPr lang="en-US" sz="2800" b="0" i="1" smtClean="0">
                              <a:solidFill>
                                <a:schemeClr val="bg1"/>
                              </a:solidFill>
                              <a:latin typeface="Cambria Math" panose="02040503050406030204" pitchFamily="18" charset="0"/>
                            </a:rPr>
                            <m:t>3</m:t>
                          </m:r>
                        </m:num>
                        <m:den>
                          <m:r>
                            <a:rPr lang="en-US" sz="2800" b="0" i="0" smtClean="0">
                              <a:solidFill>
                                <a:schemeClr val="bg1"/>
                              </a:solidFill>
                              <a:latin typeface="Cambria Math" panose="02040503050406030204" pitchFamily="18" charset="0"/>
                            </a:rPr>
                            <m:t>2</m:t>
                          </m:r>
                        </m:den>
                      </m:f>
                    </m:oMath>
                  </m:oMathPara>
                </a14:m>
                <a:endParaRPr lang="en-US" dirty="0">
                  <a:solidFill>
                    <a:schemeClr val="bg1"/>
                  </a:solidFill>
                </a:endParaRPr>
              </a:p>
            </p:txBody>
          </p:sp>
        </mc:Choice>
        <mc:Fallback>
          <p:sp>
            <p:nvSpPr>
              <p:cNvPr id="32" name="TextBox 31">
                <a:extLst>
                  <a:ext uri="{FF2B5EF4-FFF2-40B4-BE49-F238E27FC236}">
                    <a16:creationId xmlns:a16="http://schemas.microsoft.com/office/drawing/2014/main" id="{5E8155D2-19F8-11EF-5204-F8F0937AC9EF}"/>
                  </a:ext>
                </a:extLst>
              </p:cNvPr>
              <p:cNvSpPr txBox="1">
                <a:spLocks noRot="1" noChangeAspect="1" noMove="1" noResize="1" noEditPoints="1" noAdjustHandles="1" noChangeArrowheads="1" noChangeShapeType="1" noTextEdit="1"/>
              </p:cNvSpPr>
              <p:nvPr/>
            </p:nvSpPr>
            <p:spPr>
              <a:xfrm>
                <a:off x="10431691" y="2202267"/>
                <a:ext cx="617364" cy="806631"/>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3" name="TextBox 32">
                <a:extLst>
                  <a:ext uri="{FF2B5EF4-FFF2-40B4-BE49-F238E27FC236}">
                    <a16:creationId xmlns:a16="http://schemas.microsoft.com/office/drawing/2014/main" id="{9A2E50B4-20E0-E660-3DD8-869814CAB3FE}"/>
                  </a:ext>
                </a:extLst>
              </p:cNvPr>
              <p:cNvSpPr txBox="1"/>
              <p:nvPr/>
            </p:nvSpPr>
            <p:spPr>
              <a:xfrm>
                <a:off x="12929793" y="3846909"/>
                <a:ext cx="617364" cy="80509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sz="2800" i="1" smtClean="0">
                              <a:solidFill>
                                <a:schemeClr val="bg1"/>
                              </a:solidFill>
                              <a:latin typeface="Cambria Math" panose="02040503050406030204" pitchFamily="18" charset="0"/>
                            </a:rPr>
                          </m:ctrlPr>
                        </m:fPr>
                        <m:num>
                          <m:r>
                            <a:rPr lang="en-US" sz="2800" b="0" i="1" smtClean="0">
                              <a:solidFill>
                                <a:schemeClr val="bg1"/>
                              </a:solidFill>
                              <a:latin typeface="Cambria Math" panose="02040503050406030204" pitchFamily="18" charset="0"/>
                            </a:rPr>
                            <m:t>4</m:t>
                          </m:r>
                        </m:num>
                        <m:den>
                          <m:r>
                            <a:rPr lang="en-US" sz="2800" b="0" i="1" smtClean="0">
                              <a:solidFill>
                                <a:schemeClr val="bg1"/>
                              </a:solidFill>
                              <a:latin typeface="Cambria Math" panose="02040503050406030204" pitchFamily="18" charset="0"/>
                            </a:rPr>
                            <m:t>2</m:t>
                          </m:r>
                        </m:den>
                      </m:f>
                    </m:oMath>
                  </m:oMathPara>
                </a14:m>
                <a:endParaRPr lang="en-US" dirty="0">
                  <a:solidFill>
                    <a:schemeClr val="bg1"/>
                  </a:solidFill>
                </a:endParaRPr>
              </a:p>
            </p:txBody>
          </p:sp>
        </mc:Choice>
        <mc:Fallback>
          <p:sp>
            <p:nvSpPr>
              <p:cNvPr id="33" name="TextBox 32">
                <a:extLst>
                  <a:ext uri="{FF2B5EF4-FFF2-40B4-BE49-F238E27FC236}">
                    <a16:creationId xmlns:a16="http://schemas.microsoft.com/office/drawing/2014/main" id="{9A2E50B4-20E0-E660-3DD8-869814CAB3FE}"/>
                  </a:ext>
                </a:extLst>
              </p:cNvPr>
              <p:cNvSpPr txBox="1">
                <a:spLocks noRot="1" noChangeAspect="1" noMove="1" noResize="1" noEditPoints="1" noAdjustHandles="1" noChangeArrowheads="1" noChangeShapeType="1" noTextEdit="1"/>
              </p:cNvSpPr>
              <p:nvPr/>
            </p:nvSpPr>
            <p:spPr>
              <a:xfrm>
                <a:off x="12929793" y="3846909"/>
                <a:ext cx="617364" cy="80509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4" name="TextBox 33">
                <a:extLst>
                  <a:ext uri="{FF2B5EF4-FFF2-40B4-BE49-F238E27FC236}">
                    <a16:creationId xmlns:a16="http://schemas.microsoft.com/office/drawing/2014/main" id="{DFDB4284-0A91-6A58-D125-35DE796ADD00}"/>
                  </a:ext>
                </a:extLst>
              </p:cNvPr>
              <p:cNvSpPr txBox="1"/>
              <p:nvPr/>
            </p:nvSpPr>
            <p:spPr>
              <a:xfrm>
                <a:off x="10412684" y="7496562"/>
                <a:ext cx="617364" cy="84382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sz="2800" i="1" smtClean="0">
                              <a:solidFill>
                                <a:schemeClr val="bg1"/>
                              </a:solidFill>
                              <a:latin typeface="Cambria Math" panose="02040503050406030204" pitchFamily="18" charset="0"/>
                            </a:rPr>
                          </m:ctrlPr>
                        </m:fPr>
                        <m:num>
                          <m:r>
                            <a:rPr lang="en-US" sz="2800" b="0" i="1" smtClean="0">
                              <a:solidFill>
                                <a:schemeClr val="bg1"/>
                              </a:solidFill>
                              <a:latin typeface="Cambria Math" panose="02040503050406030204" pitchFamily="18" charset="0"/>
                            </a:rPr>
                            <m:t>5</m:t>
                          </m:r>
                        </m:num>
                        <m:den>
                          <m:r>
                            <a:rPr lang="en-US" sz="2800" b="0" i="1" smtClean="0">
                              <a:solidFill>
                                <a:schemeClr val="bg1"/>
                              </a:solidFill>
                              <a:latin typeface="Cambria Math" panose="02040503050406030204" pitchFamily="18" charset="0"/>
                            </a:rPr>
                            <m:t>2</m:t>
                          </m:r>
                        </m:den>
                      </m:f>
                    </m:oMath>
                  </m:oMathPara>
                </a14:m>
                <a:endParaRPr lang="en-US" dirty="0">
                  <a:solidFill>
                    <a:schemeClr val="bg1"/>
                  </a:solidFill>
                </a:endParaRPr>
              </a:p>
            </p:txBody>
          </p:sp>
        </mc:Choice>
        <mc:Fallback>
          <p:sp>
            <p:nvSpPr>
              <p:cNvPr id="34" name="TextBox 33">
                <a:extLst>
                  <a:ext uri="{FF2B5EF4-FFF2-40B4-BE49-F238E27FC236}">
                    <a16:creationId xmlns:a16="http://schemas.microsoft.com/office/drawing/2014/main" id="{DFDB4284-0A91-6A58-D125-35DE796ADD00}"/>
                  </a:ext>
                </a:extLst>
              </p:cNvPr>
              <p:cNvSpPr txBox="1">
                <a:spLocks noRot="1" noChangeAspect="1" noMove="1" noResize="1" noEditPoints="1" noAdjustHandles="1" noChangeArrowheads="1" noChangeShapeType="1" noTextEdit="1"/>
              </p:cNvSpPr>
              <p:nvPr/>
            </p:nvSpPr>
            <p:spPr>
              <a:xfrm>
                <a:off x="10412684" y="7496562"/>
                <a:ext cx="617364" cy="843821"/>
              </a:xfrm>
              <a:prstGeom prst="rect">
                <a:avLst/>
              </a:prstGeom>
              <a:blipFill>
                <a:blip r:embed="rId7"/>
                <a:stretch>
                  <a:fillRect/>
                </a:stretch>
              </a:blipFill>
            </p:spPr>
            <p:txBody>
              <a:bodyPr/>
              <a:lstStyle/>
              <a:p>
                <a:r>
                  <a:rPr lang="en-US">
                    <a:noFill/>
                  </a:rPr>
                  <a:t> </a:t>
                </a:r>
              </a:p>
            </p:txBody>
          </p:sp>
        </mc:Fallback>
      </mc:AlternateContent>
      <p:sp>
        <p:nvSpPr>
          <p:cNvPr id="35" name="TextBox 34">
            <a:extLst>
              <a:ext uri="{FF2B5EF4-FFF2-40B4-BE49-F238E27FC236}">
                <a16:creationId xmlns:a16="http://schemas.microsoft.com/office/drawing/2014/main" id="{E9B718ED-4940-C7B6-C92C-BA14D7778A7A}"/>
              </a:ext>
            </a:extLst>
          </p:cNvPr>
          <p:cNvSpPr txBox="1"/>
          <p:nvPr/>
        </p:nvSpPr>
        <p:spPr>
          <a:xfrm>
            <a:off x="2021214" y="3627601"/>
            <a:ext cx="1944509" cy="461665"/>
          </a:xfrm>
          <a:prstGeom prst="rect">
            <a:avLst/>
          </a:prstGeom>
          <a:noFill/>
        </p:spPr>
        <p:txBody>
          <a:bodyPr wrap="square" rtlCol="0">
            <a:spAutoFit/>
          </a:bodyPr>
          <a:lstStyle/>
          <a:p>
            <a:r>
              <a:rPr lang="en-US" sz="2400" dirty="0">
                <a:solidFill>
                  <a:schemeClr val="bg1"/>
                </a:solidFill>
              </a:rPr>
              <a:t>Discovery</a:t>
            </a:r>
          </a:p>
        </p:txBody>
      </p:sp>
      <p:sp>
        <p:nvSpPr>
          <p:cNvPr id="36" name="TextBox 35">
            <a:extLst>
              <a:ext uri="{FF2B5EF4-FFF2-40B4-BE49-F238E27FC236}">
                <a16:creationId xmlns:a16="http://schemas.microsoft.com/office/drawing/2014/main" id="{EF969C65-C5F7-ED7F-7F5D-433841E6F425}"/>
              </a:ext>
            </a:extLst>
          </p:cNvPr>
          <p:cNvSpPr txBox="1"/>
          <p:nvPr/>
        </p:nvSpPr>
        <p:spPr>
          <a:xfrm>
            <a:off x="2075827" y="4126873"/>
            <a:ext cx="1494340" cy="461665"/>
          </a:xfrm>
          <a:prstGeom prst="rect">
            <a:avLst/>
          </a:prstGeom>
          <a:noFill/>
        </p:spPr>
        <p:txBody>
          <a:bodyPr wrap="square" rtlCol="0">
            <a:spAutoFit/>
          </a:bodyPr>
          <a:lstStyle/>
          <a:p>
            <a:r>
              <a:rPr lang="en-US" sz="2400" dirty="0">
                <a:solidFill>
                  <a:schemeClr val="bg1"/>
                </a:solidFill>
              </a:rPr>
              <a:t>Low</a:t>
            </a:r>
          </a:p>
        </p:txBody>
      </p:sp>
      <p:cxnSp>
        <p:nvCxnSpPr>
          <p:cNvPr id="38" name="Straight Arrow Connector 37">
            <a:extLst>
              <a:ext uri="{FF2B5EF4-FFF2-40B4-BE49-F238E27FC236}">
                <a16:creationId xmlns:a16="http://schemas.microsoft.com/office/drawing/2014/main" id="{BD6CE713-B410-1720-09F9-25ED152F698E}"/>
              </a:ext>
            </a:extLst>
          </p:cNvPr>
          <p:cNvCxnSpPr>
            <a:cxnSpLocks/>
          </p:cNvCxnSpPr>
          <p:nvPr/>
        </p:nvCxnSpPr>
        <p:spPr>
          <a:xfrm>
            <a:off x="3561103" y="3892509"/>
            <a:ext cx="834215"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B2D32F96-3A34-3336-FF52-FDED002CA227}"/>
              </a:ext>
            </a:extLst>
          </p:cNvPr>
          <p:cNvCxnSpPr>
            <a:cxnSpLocks/>
          </p:cNvCxnSpPr>
          <p:nvPr/>
        </p:nvCxnSpPr>
        <p:spPr>
          <a:xfrm>
            <a:off x="2993468" y="4393100"/>
            <a:ext cx="1296871"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EA1EDF74-DE23-402F-8556-107E72EDC54B}"/>
              </a:ext>
            </a:extLst>
          </p:cNvPr>
          <p:cNvCxnSpPr/>
          <p:nvPr/>
        </p:nvCxnSpPr>
        <p:spPr>
          <a:xfrm>
            <a:off x="5943600" y="4914284"/>
            <a:ext cx="213851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F8B97A21-04D3-A8A5-6D5B-14E153805B7A}"/>
              </a:ext>
            </a:extLst>
          </p:cNvPr>
          <p:cNvCxnSpPr>
            <a:cxnSpLocks/>
          </p:cNvCxnSpPr>
          <p:nvPr/>
        </p:nvCxnSpPr>
        <p:spPr>
          <a:xfrm flipV="1">
            <a:off x="9137660" y="3846909"/>
            <a:ext cx="994482" cy="78224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26F7AAF2-FA57-E41A-16E3-A8375E67EF34}"/>
              </a:ext>
            </a:extLst>
          </p:cNvPr>
          <p:cNvCxnSpPr>
            <a:cxnSpLocks/>
          </p:cNvCxnSpPr>
          <p:nvPr/>
        </p:nvCxnSpPr>
        <p:spPr>
          <a:xfrm flipH="1">
            <a:off x="11304052" y="5506375"/>
            <a:ext cx="1268382" cy="104594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1B25BE6B-09BC-3421-18E7-FBB93464FE9C}"/>
              </a:ext>
            </a:extLst>
          </p:cNvPr>
          <p:cNvCxnSpPr>
            <a:cxnSpLocks/>
          </p:cNvCxnSpPr>
          <p:nvPr/>
        </p:nvCxnSpPr>
        <p:spPr>
          <a:xfrm>
            <a:off x="11473294" y="3533013"/>
            <a:ext cx="1282751" cy="113246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47F7D666-CB24-9BAE-4A1B-A01C8F68E16C}"/>
              </a:ext>
            </a:extLst>
          </p:cNvPr>
          <p:cNvCxnSpPr>
            <a:cxnSpLocks/>
          </p:cNvCxnSpPr>
          <p:nvPr/>
        </p:nvCxnSpPr>
        <p:spPr>
          <a:xfrm flipH="1" flipV="1">
            <a:off x="9043395" y="5718405"/>
            <a:ext cx="1114753" cy="109211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74540872"/>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74">
          <a:extLst>
            <a:ext uri="{FF2B5EF4-FFF2-40B4-BE49-F238E27FC236}">
              <a16:creationId xmlns:a16="http://schemas.microsoft.com/office/drawing/2014/main" id="{BD5BCF55-6956-D0B7-C70B-F9A4BF0C533A}"/>
            </a:ext>
          </a:extLst>
        </p:cNvPr>
        <p:cNvGrpSpPr/>
        <p:nvPr/>
      </p:nvGrpSpPr>
      <p:grpSpPr>
        <a:xfrm>
          <a:off x="0" y="0"/>
          <a:ext cx="0" cy="0"/>
          <a:chOff x="0" y="0"/>
          <a:chExt cx="0" cy="0"/>
        </a:xfrm>
      </p:grpSpPr>
      <p:cxnSp>
        <p:nvCxnSpPr>
          <p:cNvPr id="75" name="Google Shape;75;p10">
            <a:extLst>
              <a:ext uri="{FF2B5EF4-FFF2-40B4-BE49-F238E27FC236}">
                <a16:creationId xmlns:a16="http://schemas.microsoft.com/office/drawing/2014/main" id="{5FBAA4F6-9285-DEAB-03FE-C076BF41509D}"/>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a:extLst>
              <a:ext uri="{FF2B5EF4-FFF2-40B4-BE49-F238E27FC236}">
                <a16:creationId xmlns:a16="http://schemas.microsoft.com/office/drawing/2014/main" id="{979AE991-892B-C723-9C52-17CF751B50AA}"/>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81" name="Google Shape;81;p10">
            <a:extLst>
              <a:ext uri="{FF2B5EF4-FFF2-40B4-BE49-F238E27FC236}">
                <a16:creationId xmlns:a16="http://schemas.microsoft.com/office/drawing/2014/main" id="{10D0434D-5E14-ED46-F26E-25021ABC6A3B}"/>
              </a:ext>
            </a:extLst>
          </p:cNvPr>
          <p:cNvSpPr txBox="1"/>
          <p:nvPr/>
        </p:nvSpPr>
        <p:spPr>
          <a:xfrm>
            <a:off x="3877150" y="714400"/>
            <a:ext cx="6181249" cy="1551194"/>
          </a:xfrm>
          <a:prstGeom prst="rect">
            <a:avLst/>
          </a:prstGeom>
          <a:noFill/>
          <a:ln>
            <a:noFill/>
          </a:ln>
        </p:spPr>
        <p:txBody>
          <a:bodyPr spcFirstLastPara="1" wrap="square" lIns="0" tIns="0" rIns="0" bIns="0" anchor="t" anchorCtr="0">
            <a:spAutoFit/>
          </a:bodyPr>
          <a:lstStyle/>
          <a:p>
            <a:pPr marL="0" marR="0" lvl="0" indent="0" algn="l" rtl="0">
              <a:lnSpc>
                <a:spcPct val="70000"/>
              </a:lnSpc>
              <a:spcBef>
                <a:spcPts val="0"/>
              </a:spcBef>
              <a:spcAft>
                <a:spcPts val="0"/>
              </a:spcAft>
              <a:buNone/>
            </a:pPr>
            <a:r>
              <a:rPr lang="en-US" sz="14400" b="0" i="0" u="none" strike="noStrike" cap="none" dirty="0">
                <a:solidFill>
                  <a:srgbClr val="C2F970"/>
                </a:solidFill>
                <a:latin typeface="Darker Grotesque"/>
                <a:ea typeface="Darker Grotesque"/>
                <a:cs typeface="Darker Grotesque"/>
                <a:sym typeface="Darker Grotesque"/>
              </a:rPr>
              <a:t>Example</a:t>
            </a:r>
            <a:endParaRPr dirty="0"/>
          </a:p>
        </p:txBody>
      </p:sp>
      <p:grpSp>
        <p:nvGrpSpPr>
          <p:cNvPr id="82" name="Google Shape;82;p10">
            <a:extLst>
              <a:ext uri="{FF2B5EF4-FFF2-40B4-BE49-F238E27FC236}">
                <a16:creationId xmlns:a16="http://schemas.microsoft.com/office/drawing/2014/main" id="{94271FC7-F644-8975-F635-3BD26F0DC3E5}"/>
              </a:ext>
            </a:extLst>
          </p:cNvPr>
          <p:cNvGrpSpPr/>
          <p:nvPr/>
        </p:nvGrpSpPr>
        <p:grpSpPr>
          <a:xfrm>
            <a:off x="1772933" y="425090"/>
            <a:ext cx="1944497" cy="1777178"/>
            <a:chOff x="0" y="0"/>
            <a:chExt cx="3467931" cy="3467931"/>
          </a:xfrm>
        </p:grpSpPr>
        <p:grpSp>
          <p:nvGrpSpPr>
            <p:cNvPr id="83" name="Google Shape;83;p10">
              <a:extLst>
                <a:ext uri="{FF2B5EF4-FFF2-40B4-BE49-F238E27FC236}">
                  <a16:creationId xmlns:a16="http://schemas.microsoft.com/office/drawing/2014/main" id="{245A6860-7F1E-E199-5A3C-429946EE3286}"/>
                </a:ext>
              </a:extLst>
            </p:cNvPr>
            <p:cNvGrpSpPr/>
            <p:nvPr/>
          </p:nvGrpSpPr>
          <p:grpSpPr>
            <a:xfrm>
              <a:off x="0" y="0"/>
              <a:ext cx="3467931" cy="3467931"/>
              <a:chOff x="0" y="0"/>
              <a:chExt cx="812800" cy="812800"/>
            </a:xfrm>
          </p:grpSpPr>
          <p:sp>
            <p:nvSpPr>
              <p:cNvPr id="84" name="Google Shape;84;p10">
                <a:extLst>
                  <a:ext uri="{FF2B5EF4-FFF2-40B4-BE49-F238E27FC236}">
                    <a16:creationId xmlns:a16="http://schemas.microsoft.com/office/drawing/2014/main" id="{488E5F16-23D8-5F66-A84A-DFE508582286}"/>
                  </a:ext>
                </a:extLst>
              </p:cNvPr>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38100" cap="sq" cmpd="sng">
                <a:solidFill>
                  <a:srgbClr val="C2F97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10">
                <a:extLst>
                  <a:ext uri="{FF2B5EF4-FFF2-40B4-BE49-F238E27FC236}">
                    <a16:creationId xmlns:a16="http://schemas.microsoft.com/office/drawing/2014/main" id="{62496137-5135-4F4C-38C0-FE528557C784}"/>
                  </a:ext>
                </a:extLst>
              </p:cNvPr>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cxnSp>
          <p:nvCxnSpPr>
            <p:cNvPr id="86" name="Google Shape;86;p10">
              <a:extLst>
                <a:ext uri="{FF2B5EF4-FFF2-40B4-BE49-F238E27FC236}">
                  <a16:creationId xmlns:a16="http://schemas.microsoft.com/office/drawing/2014/main" id="{56B334CD-8811-7463-BA25-497D8B851805}"/>
                </a:ext>
              </a:extLst>
            </p:cNvPr>
            <p:cNvCxnSpPr/>
            <p:nvPr/>
          </p:nvCxnSpPr>
          <p:spPr>
            <a:xfrm>
              <a:off x="858947" y="858947"/>
              <a:ext cx="1748487" cy="1748487"/>
            </a:xfrm>
            <a:prstGeom prst="straightConnector1">
              <a:avLst/>
            </a:prstGeom>
            <a:noFill/>
            <a:ln w="64200" cap="flat" cmpd="sng">
              <a:solidFill>
                <a:srgbClr val="C2F970"/>
              </a:solidFill>
              <a:prstDash val="solid"/>
              <a:round/>
              <a:headEnd type="none" w="sm" len="sm"/>
              <a:tailEnd type="none" w="sm" len="sm"/>
            </a:ln>
          </p:spPr>
        </p:cxnSp>
        <p:cxnSp>
          <p:nvCxnSpPr>
            <p:cNvPr id="87" name="Google Shape;87;p10">
              <a:extLst>
                <a:ext uri="{FF2B5EF4-FFF2-40B4-BE49-F238E27FC236}">
                  <a16:creationId xmlns:a16="http://schemas.microsoft.com/office/drawing/2014/main" id="{6F22206B-2F86-7D2A-511A-564469C95EC5}"/>
                </a:ext>
              </a:extLst>
            </p:cNvPr>
            <p:cNvCxnSpPr/>
            <p:nvPr/>
          </p:nvCxnSpPr>
          <p:spPr>
            <a:xfrm>
              <a:off x="1468919" y="2599579"/>
              <a:ext cx="1157476" cy="0"/>
            </a:xfrm>
            <a:prstGeom prst="straightConnector1">
              <a:avLst/>
            </a:prstGeom>
            <a:noFill/>
            <a:ln w="64200" cap="flat" cmpd="sng">
              <a:solidFill>
                <a:srgbClr val="C2F970"/>
              </a:solidFill>
              <a:prstDash val="solid"/>
              <a:round/>
              <a:headEnd type="none" w="sm" len="sm"/>
              <a:tailEnd type="none" w="sm" len="sm"/>
            </a:ln>
          </p:spPr>
        </p:cxnSp>
        <p:cxnSp>
          <p:nvCxnSpPr>
            <p:cNvPr id="88" name="Google Shape;88;p10">
              <a:extLst>
                <a:ext uri="{FF2B5EF4-FFF2-40B4-BE49-F238E27FC236}">
                  <a16:creationId xmlns:a16="http://schemas.microsoft.com/office/drawing/2014/main" id="{CDDBAB95-F59E-413F-357C-60D745A6993B}"/>
                </a:ext>
              </a:extLst>
            </p:cNvPr>
            <p:cNvCxnSpPr/>
            <p:nvPr/>
          </p:nvCxnSpPr>
          <p:spPr>
            <a:xfrm rot="10800000">
              <a:off x="2599579" y="1412359"/>
              <a:ext cx="0" cy="1157476"/>
            </a:xfrm>
            <a:prstGeom prst="straightConnector1">
              <a:avLst/>
            </a:prstGeom>
            <a:noFill/>
            <a:ln w="64200" cap="flat" cmpd="sng">
              <a:solidFill>
                <a:srgbClr val="C2F970"/>
              </a:solidFill>
              <a:prstDash val="solid"/>
              <a:round/>
              <a:headEnd type="none" w="sm" len="sm"/>
              <a:tailEnd type="none" w="sm" len="sm"/>
            </a:ln>
          </p:spPr>
        </p:cxnSp>
      </p:grpSp>
      <p:grpSp>
        <p:nvGrpSpPr>
          <p:cNvPr id="23" name="Group 22">
            <a:extLst>
              <a:ext uri="{FF2B5EF4-FFF2-40B4-BE49-F238E27FC236}">
                <a16:creationId xmlns:a16="http://schemas.microsoft.com/office/drawing/2014/main" id="{C48808C5-DBB3-895E-112F-1E26AF231F31}"/>
              </a:ext>
            </a:extLst>
          </p:cNvPr>
          <p:cNvGrpSpPr/>
          <p:nvPr/>
        </p:nvGrpSpPr>
        <p:grpSpPr>
          <a:xfrm>
            <a:off x="10300817" y="2527223"/>
            <a:ext cx="7542593" cy="5717618"/>
            <a:chOff x="10745407" y="2511983"/>
            <a:chExt cx="7542593" cy="5717618"/>
          </a:xfrm>
        </p:grpSpPr>
        <p:sp>
          <p:nvSpPr>
            <p:cNvPr id="2" name="Oval 1">
              <a:extLst>
                <a:ext uri="{FF2B5EF4-FFF2-40B4-BE49-F238E27FC236}">
                  <a16:creationId xmlns:a16="http://schemas.microsoft.com/office/drawing/2014/main" id="{67D07EDD-AA65-3533-A001-66458DDD93BE}"/>
                </a:ext>
              </a:extLst>
            </p:cNvPr>
            <p:cNvSpPr/>
            <p:nvPr/>
          </p:nvSpPr>
          <p:spPr>
            <a:xfrm>
              <a:off x="11057070" y="4920012"/>
              <a:ext cx="761039" cy="807108"/>
            </a:xfrm>
            <a:prstGeom prst="ellipse">
              <a:avLst/>
            </a:prstGeom>
            <a:solidFill>
              <a:schemeClr val="tx1">
                <a:lumMod val="50000"/>
                <a:lumOff val="50000"/>
              </a:schemeClr>
            </a:solidFill>
            <a:ln w="762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A</a:t>
              </a:r>
            </a:p>
          </p:txBody>
        </p:sp>
        <p:sp>
          <p:nvSpPr>
            <p:cNvPr id="3" name="Oval 2">
              <a:extLst>
                <a:ext uri="{FF2B5EF4-FFF2-40B4-BE49-F238E27FC236}">
                  <a16:creationId xmlns:a16="http://schemas.microsoft.com/office/drawing/2014/main" id="{67C81FA8-DE0D-9A8D-B6A1-A7D121A68814}"/>
                </a:ext>
              </a:extLst>
            </p:cNvPr>
            <p:cNvSpPr>
              <a:spLocks/>
            </p:cNvSpPr>
            <p:nvPr/>
          </p:nvSpPr>
          <p:spPr>
            <a:xfrm>
              <a:off x="14017741" y="4900830"/>
              <a:ext cx="761039" cy="807108"/>
            </a:xfrm>
            <a:prstGeom prst="ellipse">
              <a:avLst/>
            </a:prstGeom>
            <a:solidFill>
              <a:schemeClr val="tx1">
                <a:lumMod val="50000"/>
                <a:lumOff val="50000"/>
              </a:schemeClr>
            </a:solidFill>
            <a:ln w="762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B</a:t>
              </a:r>
            </a:p>
          </p:txBody>
        </p:sp>
        <p:sp>
          <p:nvSpPr>
            <p:cNvPr id="4" name="Oval 3">
              <a:extLst>
                <a:ext uri="{FF2B5EF4-FFF2-40B4-BE49-F238E27FC236}">
                  <a16:creationId xmlns:a16="http://schemas.microsoft.com/office/drawing/2014/main" id="{783124C7-E1FB-7A07-ED8F-6FCE7AE59C36}"/>
                </a:ext>
              </a:extLst>
            </p:cNvPr>
            <p:cNvSpPr/>
            <p:nvPr/>
          </p:nvSpPr>
          <p:spPr>
            <a:xfrm>
              <a:off x="15602809" y="3397524"/>
              <a:ext cx="761039" cy="807108"/>
            </a:xfrm>
            <a:prstGeom prst="ellipse">
              <a:avLst/>
            </a:prstGeom>
            <a:solidFill>
              <a:schemeClr val="tx1">
                <a:lumMod val="50000"/>
                <a:lumOff val="50000"/>
              </a:schemeClr>
            </a:solidFill>
            <a:ln w="762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C</a:t>
              </a:r>
            </a:p>
          </p:txBody>
        </p:sp>
        <p:sp>
          <p:nvSpPr>
            <p:cNvPr id="5" name="Oval 4">
              <a:extLst>
                <a:ext uri="{FF2B5EF4-FFF2-40B4-BE49-F238E27FC236}">
                  <a16:creationId xmlns:a16="http://schemas.microsoft.com/office/drawing/2014/main" id="{55787034-82BD-0A33-718D-8134037AA4E5}"/>
                </a:ext>
              </a:extLst>
            </p:cNvPr>
            <p:cNvSpPr/>
            <p:nvPr/>
          </p:nvSpPr>
          <p:spPr>
            <a:xfrm>
              <a:off x="17526961" y="4920012"/>
              <a:ext cx="761039" cy="807108"/>
            </a:xfrm>
            <a:prstGeom prst="ellipse">
              <a:avLst/>
            </a:prstGeom>
            <a:solidFill>
              <a:schemeClr val="tx1">
                <a:lumMod val="50000"/>
                <a:lumOff val="50000"/>
              </a:schemeClr>
            </a:solidFill>
            <a:ln w="762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D</a:t>
              </a:r>
            </a:p>
          </p:txBody>
        </p:sp>
        <p:sp>
          <p:nvSpPr>
            <p:cNvPr id="6" name="Oval 5">
              <a:extLst>
                <a:ext uri="{FF2B5EF4-FFF2-40B4-BE49-F238E27FC236}">
                  <a16:creationId xmlns:a16="http://schemas.microsoft.com/office/drawing/2014/main" id="{A0C70CB0-3DDB-1059-98CA-CB72B55C6DF9}"/>
                </a:ext>
              </a:extLst>
            </p:cNvPr>
            <p:cNvSpPr/>
            <p:nvPr/>
          </p:nvSpPr>
          <p:spPr>
            <a:xfrm>
              <a:off x="15602809" y="6492014"/>
              <a:ext cx="761039" cy="807108"/>
            </a:xfrm>
            <a:prstGeom prst="ellipse">
              <a:avLst/>
            </a:prstGeom>
            <a:solidFill>
              <a:schemeClr val="tx1">
                <a:lumMod val="50000"/>
                <a:lumOff val="50000"/>
              </a:schemeClr>
            </a:solidFill>
            <a:ln w="762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E</a:t>
              </a:r>
            </a:p>
          </p:txBody>
        </p:sp>
        <p:cxnSp>
          <p:nvCxnSpPr>
            <p:cNvPr id="10" name="Straight Connector 9">
              <a:extLst>
                <a:ext uri="{FF2B5EF4-FFF2-40B4-BE49-F238E27FC236}">
                  <a16:creationId xmlns:a16="http://schemas.microsoft.com/office/drawing/2014/main" id="{6DDC0372-5D0E-E39B-73EE-EF21EB92ABEA}"/>
                </a:ext>
              </a:extLst>
            </p:cNvPr>
            <p:cNvCxnSpPr>
              <a:stCxn id="2" idx="6"/>
              <a:endCxn id="3" idx="2"/>
            </p:cNvCxnSpPr>
            <p:nvPr/>
          </p:nvCxnSpPr>
          <p:spPr>
            <a:xfrm flipV="1">
              <a:off x="11818109" y="5304384"/>
              <a:ext cx="2199632" cy="19182"/>
            </a:xfrm>
            <a:prstGeom prst="line">
              <a:avLst/>
            </a:prstGeom>
            <a:ln w="76200">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8BEA8714-5ED1-3E73-68E9-0479B1A10A89}"/>
                </a:ext>
              </a:extLst>
            </p:cNvPr>
            <p:cNvCxnSpPr>
              <a:cxnSpLocks/>
              <a:stCxn id="3" idx="7"/>
              <a:endCxn id="4" idx="3"/>
            </p:cNvCxnSpPr>
            <p:nvPr/>
          </p:nvCxnSpPr>
          <p:spPr>
            <a:xfrm flipV="1">
              <a:off x="14667329" y="4086433"/>
              <a:ext cx="1046932" cy="932595"/>
            </a:xfrm>
            <a:prstGeom prst="line">
              <a:avLst/>
            </a:prstGeom>
            <a:ln w="76200">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F3934AC9-CE0F-1592-8A55-F4E14F36F45D}"/>
                </a:ext>
              </a:extLst>
            </p:cNvPr>
            <p:cNvCxnSpPr>
              <a:cxnSpLocks/>
              <a:stCxn id="6" idx="6"/>
              <a:endCxn id="5" idx="3"/>
            </p:cNvCxnSpPr>
            <p:nvPr/>
          </p:nvCxnSpPr>
          <p:spPr>
            <a:xfrm flipV="1">
              <a:off x="16363849" y="5608922"/>
              <a:ext cx="1274563" cy="1286646"/>
            </a:xfrm>
            <a:prstGeom prst="line">
              <a:avLst/>
            </a:prstGeom>
            <a:ln w="76200">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F48D2B9E-C328-3334-690F-18D15FEE3877}"/>
                </a:ext>
              </a:extLst>
            </p:cNvPr>
            <p:cNvCxnSpPr>
              <a:cxnSpLocks/>
              <a:stCxn id="3" idx="5"/>
            </p:cNvCxnSpPr>
            <p:nvPr/>
          </p:nvCxnSpPr>
          <p:spPr>
            <a:xfrm>
              <a:off x="14667329" y="5589740"/>
              <a:ext cx="1017801" cy="1135496"/>
            </a:xfrm>
            <a:prstGeom prst="line">
              <a:avLst/>
            </a:prstGeom>
            <a:ln w="76200">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A13A9C46-A4B4-54BC-A90C-05FDEFB2111D}"/>
                </a:ext>
              </a:extLst>
            </p:cNvPr>
            <p:cNvCxnSpPr>
              <a:cxnSpLocks/>
              <a:stCxn id="4" idx="6"/>
              <a:endCxn id="5" idx="1"/>
            </p:cNvCxnSpPr>
            <p:nvPr/>
          </p:nvCxnSpPr>
          <p:spPr>
            <a:xfrm>
              <a:off x="16363849" y="3801077"/>
              <a:ext cx="1274563" cy="1237133"/>
            </a:xfrm>
            <a:prstGeom prst="line">
              <a:avLst/>
            </a:prstGeom>
            <a:ln w="76200">
              <a:solidFill>
                <a:srgbClr val="92D05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9" name="TextBox 28">
                  <a:extLst>
                    <a:ext uri="{FF2B5EF4-FFF2-40B4-BE49-F238E27FC236}">
                      <a16:creationId xmlns:a16="http://schemas.microsoft.com/office/drawing/2014/main" id="{23962AAD-7B0D-4B05-BD32-AF9690E461FC}"/>
                    </a:ext>
                  </a:extLst>
                </p:cNvPr>
                <p:cNvSpPr txBox="1"/>
                <p:nvPr/>
              </p:nvSpPr>
              <p:spPr>
                <a:xfrm>
                  <a:off x="10745407" y="3949576"/>
                  <a:ext cx="506922" cy="75137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sz="2800" i="1" smtClean="0">
                                <a:solidFill>
                                  <a:schemeClr val="bg1"/>
                                </a:solidFill>
                                <a:latin typeface="Cambria Math" panose="02040503050406030204" pitchFamily="18" charset="0"/>
                              </a:rPr>
                            </m:ctrlPr>
                          </m:fPr>
                          <m:num>
                            <m:r>
                              <a:rPr lang="en-US" sz="2800">
                                <a:solidFill>
                                  <a:schemeClr val="bg1"/>
                                </a:solidFill>
                                <a:latin typeface="Cambria Math" panose="02040503050406030204" pitchFamily="18" charset="0"/>
                              </a:rPr>
                              <m:t>1</m:t>
                            </m:r>
                          </m:num>
                          <m:den>
                            <m:r>
                              <a:rPr lang="en-US" sz="2800" i="0">
                                <a:solidFill>
                                  <a:schemeClr val="bg1"/>
                                </a:solidFill>
                                <a:latin typeface="Cambria Math" panose="02040503050406030204" pitchFamily="18" charset="0"/>
                              </a:rPr>
                              <m:t>1</m:t>
                            </m:r>
                          </m:den>
                        </m:f>
                      </m:oMath>
                    </m:oMathPara>
                  </a14:m>
                  <a:endParaRPr lang="en-US" dirty="0">
                    <a:solidFill>
                      <a:schemeClr val="bg1"/>
                    </a:solidFill>
                  </a:endParaRPr>
                </a:p>
              </p:txBody>
            </p:sp>
          </mc:Choice>
          <mc:Fallback>
            <p:sp>
              <p:nvSpPr>
                <p:cNvPr id="29" name="TextBox 28">
                  <a:extLst>
                    <a:ext uri="{FF2B5EF4-FFF2-40B4-BE49-F238E27FC236}">
                      <a16:creationId xmlns:a16="http://schemas.microsoft.com/office/drawing/2014/main" id="{23962AAD-7B0D-4B05-BD32-AF9690E461FC}"/>
                    </a:ext>
                  </a:extLst>
                </p:cNvPr>
                <p:cNvSpPr txBox="1">
                  <a:spLocks noRot="1" noChangeAspect="1" noMove="1" noResize="1" noEditPoints="1" noAdjustHandles="1" noChangeArrowheads="1" noChangeShapeType="1" noTextEdit="1"/>
                </p:cNvSpPr>
                <p:nvPr/>
              </p:nvSpPr>
              <p:spPr>
                <a:xfrm>
                  <a:off x="10745407" y="3949576"/>
                  <a:ext cx="506922" cy="751372"/>
                </a:xfrm>
                <a:prstGeom prst="rect">
                  <a:avLst/>
                </a:prstGeom>
                <a:blipFill>
                  <a:blip r:embed="rId3"/>
                  <a:stretch>
                    <a:fillRect b="-645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1" name="TextBox 30">
                  <a:extLst>
                    <a:ext uri="{FF2B5EF4-FFF2-40B4-BE49-F238E27FC236}">
                      <a16:creationId xmlns:a16="http://schemas.microsoft.com/office/drawing/2014/main" id="{33512A9F-C374-EE39-F7D0-3853E4F49624}"/>
                    </a:ext>
                  </a:extLst>
                </p:cNvPr>
                <p:cNvSpPr txBox="1"/>
                <p:nvPr/>
              </p:nvSpPr>
              <p:spPr>
                <a:xfrm>
                  <a:off x="13891338" y="4021238"/>
                  <a:ext cx="506922" cy="75137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sz="2800" i="1" smtClean="0">
                                <a:solidFill>
                                  <a:schemeClr val="bg1"/>
                                </a:solidFill>
                                <a:latin typeface="Cambria Math" panose="02040503050406030204" pitchFamily="18" charset="0"/>
                              </a:rPr>
                            </m:ctrlPr>
                          </m:fPr>
                          <m:num>
                            <m:r>
                              <a:rPr lang="en-US" sz="2800" b="0" i="1" smtClean="0">
                                <a:solidFill>
                                  <a:schemeClr val="bg1"/>
                                </a:solidFill>
                                <a:latin typeface="Cambria Math" panose="02040503050406030204" pitchFamily="18" charset="0"/>
                              </a:rPr>
                              <m:t>2</m:t>
                            </m:r>
                          </m:num>
                          <m:den>
                            <m:r>
                              <a:rPr lang="en-US" sz="2800" b="0" i="0" smtClean="0">
                                <a:solidFill>
                                  <a:schemeClr val="bg1"/>
                                </a:solidFill>
                                <a:latin typeface="Cambria Math" panose="02040503050406030204" pitchFamily="18" charset="0"/>
                              </a:rPr>
                              <m:t>2</m:t>
                            </m:r>
                          </m:den>
                        </m:f>
                      </m:oMath>
                    </m:oMathPara>
                  </a14:m>
                  <a:endParaRPr lang="en-US" dirty="0">
                    <a:solidFill>
                      <a:schemeClr val="bg1"/>
                    </a:solidFill>
                  </a:endParaRPr>
                </a:p>
              </p:txBody>
            </p:sp>
          </mc:Choice>
          <mc:Fallback>
            <p:sp>
              <p:nvSpPr>
                <p:cNvPr id="31" name="TextBox 30">
                  <a:extLst>
                    <a:ext uri="{FF2B5EF4-FFF2-40B4-BE49-F238E27FC236}">
                      <a16:creationId xmlns:a16="http://schemas.microsoft.com/office/drawing/2014/main" id="{33512A9F-C374-EE39-F7D0-3853E4F49624}"/>
                    </a:ext>
                  </a:extLst>
                </p:cNvPr>
                <p:cNvSpPr txBox="1">
                  <a:spLocks noRot="1" noChangeAspect="1" noMove="1" noResize="1" noEditPoints="1" noAdjustHandles="1" noChangeArrowheads="1" noChangeShapeType="1" noTextEdit="1"/>
                </p:cNvSpPr>
                <p:nvPr/>
              </p:nvSpPr>
              <p:spPr>
                <a:xfrm>
                  <a:off x="13891338" y="4021238"/>
                  <a:ext cx="506922" cy="751372"/>
                </a:xfrm>
                <a:prstGeom prst="rect">
                  <a:avLst/>
                </a:prstGeom>
                <a:blipFill>
                  <a:blip r:embed="rId4"/>
                  <a:stretch>
                    <a:fillRect b="-731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2" name="TextBox 31">
                  <a:extLst>
                    <a:ext uri="{FF2B5EF4-FFF2-40B4-BE49-F238E27FC236}">
                      <a16:creationId xmlns:a16="http://schemas.microsoft.com/office/drawing/2014/main" id="{327C0642-9CDA-6CF8-4F2E-C8ED83433C74}"/>
                    </a:ext>
                  </a:extLst>
                </p:cNvPr>
                <p:cNvSpPr txBox="1"/>
                <p:nvPr/>
              </p:nvSpPr>
              <p:spPr>
                <a:xfrm>
                  <a:off x="15729868" y="2511983"/>
                  <a:ext cx="506922" cy="75137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sz="2800" i="1" smtClean="0">
                                <a:solidFill>
                                  <a:schemeClr val="bg1"/>
                                </a:solidFill>
                                <a:latin typeface="Cambria Math" panose="02040503050406030204" pitchFamily="18" charset="0"/>
                              </a:rPr>
                            </m:ctrlPr>
                          </m:fPr>
                          <m:num>
                            <m:r>
                              <a:rPr lang="en-US" sz="2800" b="0" i="1" smtClean="0">
                                <a:solidFill>
                                  <a:schemeClr val="bg1"/>
                                </a:solidFill>
                                <a:latin typeface="Cambria Math" panose="02040503050406030204" pitchFamily="18" charset="0"/>
                              </a:rPr>
                              <m:t>3</m:t>
                            </m:r>
                          </m:num>
                          <m:den>
                            <m:r>
                              <a:rPr lang="en-US" sz="2800" b="0" i="0" smtClean="0">
                                <a:solidFill>
                                  <a:schemeClr val="bg1"/>
                                </a:solidFill>
                                <a:latin typeface="Cambria Math" panose="02040503050406030204" pitchFamily="18" charset="0"/>
                              </a:rPr>
                              <m:t>2</m:t>
                            </m:r>
                          </m:den>
                        </m:f>
                      </m:oMath>
                    </m:oMathPara>
                  </a14:m>
                  <a:endParaRPr lang="en-US" dirty="0">
                    <a:solidFill>
                      <a:schemeClr val="bg1"/>
                    </a:solidFill>
                  </a:endParaRPr>
                </a:p>
              </p:txBody>
            </p:sp>
          </mc:Choice>
          <mc:Fallback>
            <p:sp>
              <p:nvSpPr>
                <p:cNvPr id="32" name="TextBox 31">
                  <a:extLst>
                    <a:ext uri="{FF2B5EF4-FFF2-40B4-BE49-F238E27FC236}">
                      <a16:creationId xmlns:a16="http://schemas.microsoft.com/office/drawing/2014/main" id="{327C0642-9CDA-6CF8-4F2E-C8ED83433C74}"/>
                    </a:ext>
                  </a:extLst>
                </p:cNvPr>
                <p:cNvSpPr txBox="1">
                  <a:spLocks noRot="1" noChangeAspect="1" noMove="1" noResize="1" noEditPoints="1" noAdjustHandles="1" noChangeArrowheads="1" noChangeShapeType="1" noTextEdit="1"/>
                </p:cNvSpPr>
                <p:nvPr/>
              </p:nvSpPr>
              <p:spPr>
                <a:xfrm>
                  <a:off x="15729868" y="2511983"/>
                  <a:ext cx="506922" cy="751372"/>
                </a:xfrm>
                <a:prstGeom prst="rect">
                  <a:avLst/>
                </a:prstGeom>
                <a:blipFill>
                  <a:blip r:embed="rId5"/>
                  <a:stretch>
                    <a:fillRect b="-6504"/>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3" name="TextBox 32">
                  <a:extLst>
                    <a:ext uri="{FF2B5EF4-FFF2-40B4-BE49-F238E27FC236}">
                      <a16:creationId xmlns:a16="http://schemas.microsoft.com/office/drawing/2014/main" id="{C1A6B68F-1B94-2009-8ACC-A8A87E57E3BB}"/>
                    </a:ext>
                  </a:extLst>
                </p:cNvPr>
                <p:cNvSpPr txBox="1"/>
                <p:nvPr/>
              </p:nvSpPr>
              <p:spPr>
                <a:xfrm>
                  <a:off x="17781078" y="4043957"/>
                  <a:ext cx="506922" cy="74993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sz="2800" i="1" smtClean="0">
                                <a:solidFill>
                                  <a:schemeClr val="bg1"/>
                                </a:solidFill>
                                <a:latin typeface="Cambria Math" panose="02040503050406030204" pitchFamily="18" charset="0"/>
                              </a:rPr>
                            </m:ctrlPr>
                          </m:fPr>
                          <m:num>
                            <m:r>
                              <a:rPr lang="en-US" sz="2800" b="0" i="1" smtClean="0">
                                <a:solidFill>
                                  <a:schemeClr val="bg1"/>
                                </a:solidFill>
                                <a:latin typeface="Cambria Math" panose="02040503050406030204" pitchFamily="18" charset="0"/>
                              </a:rPr>
                              <m:t>4</m:t>
                            </m:r>
                          </m:num>
                          <m:den>
                            <m:r>
                              <a:rPr lang="en-US" sz="2800" b="0" i="1" smtClean="0">
                                <a:solidFill>
                                  <a:schemeClr val="bg1"/>
                                </a:solidFill>
                                <a:latin typeface="Cambria Math" panose="02040503050406030204" pitchFamily="18" charset="0"/>
                              </a:rPr>
                              <m:t>2</m:t>
                            </m:r>
                          </m:den>
                        </m:f>
                      </m:oMath>
                    </m:oMathPara>
                  </a14:m>
                  <a:endParaRPr lang="en-US" dirty="0">
                    <a:solidFill>
                      <a:schemeClr val="bg1"/>
                    </a:solidFill>
                  </a:endParaRPr>
                </a:p>
              </p:txBody>
            </p:sp>
          </mc:Choice>
          <mc:Fallback>
            <p:sp>
              <p:nvSpPr>
                <p:cNvPr id="33" name="TextBox 32">
                  <a:extLst>
                    <a:ext uri="{FF2B5EF4-FFF2-40B4-BE49-F238E27FC236}">
                      <a16:creationId xmlns:a16="http://schemas.microsoft.com/office/drawing/2014/main" id="{C1A6B68F-1B94-2009-8ACC-A8A87E57E3BB}"/>
                    </a:ext>
                  </a:extLst>
                </p:cNvPr>
                <p:cNvSpPr txBox="1">
                  <a:spLocks noRot="1" noChangeAspect="1" noMove="1" noResize="1" noEditPoints="1" noAdjustHandles="1" noChangeArrowheads="1" noChangeShapeType="1" noTextEdit="1"/>
                </p:cNvSpPr>
                <p:nvPr/>
              </p:nvSpPr>
              <p:spPr>
                <a:xfrm>
                  <a:off x="17781078" y="4043957"/>
                  <a:ext cx="506922" cy="749938"/>
                </a:xfrm>
                <a:prstGeom prst="rect">
                  <a:avLst/>
                </a:prstGeom>
                <a:blipFill>
                  <a:blip r:embed="rId6"/>
                  <a:stretch>
                    <a:fillRect b="-6504"/>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4" name="TextBox 33">
                  <a:extLst>
                    <a:ext uri="{FF2B5EF4-FFF2-40B4-BE49-F238E27FC236}">
                      <a16:creationId xmlns:a16="http://schemas.microsoft.com/office/drawing/2014/main" id="{02C5BF90-C68A-80F5-CC39-2FA12CDEBC3F}"/>
                    </a:ext>
                  </a:extLst>
                </p:cNvPr>
                <p:cNvSpPr txBox="1"/>
                <p:nvPr/>
              </p:nvSpPr>
              <p:spPr>
                <a:xfrm>
                  <a:off x="15714261" y="7443587"/>
                  <a:ext cx="506922" cy="78601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sz="2800" i="1" smtClean="0">
                                <a:solidFill>
                                  <a:schemeClr val="bg1"/>
                                </a:solidFill>
                                <a:latin typeface="Cambria Math" panose="02040503050406030204" pitchFamily="18" charset="0"/>
                              </a:rPr>
                            </m:ctrlPr>
                          </m:fPr>
                          <m:num>
                            <m:r>
                              <a:rPr lang="en-US" sz="2800" b="0" i="1" smtClean="0">
                                <a:solidFill>
                                  <a:schemeClr val="bg1"/>
                                </a:solidFill>
                                <a:latin typeface="Cambria Math" panose="02040503050406030204" pitchFamily="18" charset="0"/>
                              </a:rPr>
                              <m:t>5</m:t>
                            </m:r>
                          </m:num>
                          <m:den>
                            <m:r>
                              <a:rPr lang="en-US" sz="2800" b="0" i="1" smtClean="0">
                                <a:solidFill>
                                  <a:schemeClr val="bg1"/>
                                </a:solidFill>
                                <a:latin typeface="Cambria Math" panose="02040503050406030204" pitchFamily="18" charset="0"/>
                              </a:rPr>
                              <m:t>2</m:t>
                            </m:r>
                          </m:den>
                        </m:f>
                      </m:oMath>
                    </m:oMathPara>
                  </a14:m>
                  <a:endParaRPr lang="en-US" dirty="0">
                    <a:solidFill>
                      <a:schemeClr val="bg1"/>
                    </a:solidFill>
                  </a:endParaRPr>
                </a:p>
              </p:txBody>
            </p:sp>
          </mc:Choice>
          <mc:Fallback>
            <p:sp>
              <p:nvSpPr>
                <p:cNvPr id="34" name="TextBox 33">
                  <a:extLst>
                    <a:ext uri="{FF2B5EF4-FFF2-40B4-BE49-F238E27FC236}">
                      <a16:creationId xmlns:a16="http://schemas.microsoft.com/office/drawing/2014/main" id="{02C5BF90-C68A-80F5-CC39-2FA12CDEBC3F}"/>
                    </a:ext>
                  </a:extLst>
                </p:cNvPr>
                <p:cNvSpPr txBox="1">
                  <a:spLocks noRot="1" noChangeAspect="1" noMove="1" noResize="1" noEditPoints="1" noAdjustHandles="1" noChangeArrowheads="1" noChangeShapeType="1" noTextEdit="1"/>
                </p:cNvSpPr>
                <p:nvPr/>
              </p:nvSpPr>
              <p:spPr>
                <a:xfrm>
                  <a:off x="15714261" y="7443587"/>
                  <a:ext cx="506922" cy="786014"/>
                </a:xfrm>
                <a:prstGeom prst="rect">
                  <a:avLst/>
                </a:prstGeom>
                <a:blipFill>
                  <a:blip r:embed="rId7"/>
                  <a:stretch>
                    <a:fillRect b="-2326"/>
                  </a:stretch>
                </a:blipFill>
              </p:spPr>
              <p:txBody>
                <a:bodyPr/>
                <a:lstStyle/>
                <a:p>
                  <a:r>
                    <a:rPr lang="en-US">
                      <a:noFill/>
                    </a:rPr>
                    <a:t> </a:t>
                  </a:r>
                </a:p>
              </p:txBody>
            </p:sp>
          </mc:Fallback>
        </mc:AlternateContent>
        <p:sp>
          <p:nvSpPr>
            <p:cNvPr id="35" name="TextBox 34">
              <a:extLst>
                <a:ext uri="{FF2B5EF4-FFF2-40B4-BE49-F238E27FC236}">
                  <a16:creationId xmlns:a16="http://schemas.microsoft.com/office/drawing/2014/main" id="{74383FEC-4775-EC7A-B404-FC27C5BC0117}"/>
                </a:ext>
              </a:extLst>
            </p:cNvPr>
            <p:cNvSpPr txBox="1"/>
            <p:nvPr/>
          </p:nvSpPr>
          <p:spPr>
            <a:xfrm>
              <a:off x="12073399" y="3858657"/>
              <a:ext cx="1596651" cy="430038"/>
            </a:xfrm>
            <a:prstGeom prst="rect">
              <a:avLst/>
            </a:prstGeom>
            <a:noFill/>
          </p:spPr>
          <p:txBody>
            <a:bodyPr wrap="square" rtlCol="0">
              <a:spAutoFit/>
            </a:bodyPr>
            <a:lstStyle/>
            <a:p>
              <a:r>
                <a:rPr lang="en-US" sz="2400" dirty="0">
                  <a:solidFill>
                    <a:schemeClr val="bg1"/>
                  </a:solidFill>
                </a:rPr>
                <a:t>Discovery</a:t>
              </a:r>
            </a:p>
          </p:txBody>
        </p:sp>
        <p:sp>
          <p:nvSpPr>
            <p:cNvPr id="36" name="TextBox 35">
              <a:extLst>
                <a:ext uri="{FF2B5EF4-FFF2-40B4-BE49-F238E27FC236}">
                  <a16:creationId xmlns:a16="http://schemas.microsoft.com/office/drawing/2014/main" id="{DED317DA-21EE-01B5-3945-048BA184E6F7}"/>
                </a:ext>
              </a:extLst>
            </p:cNvPr>
            <p:cNvSpPr txBox="1"/>
            <p:nvPr/>
          </p:nvSpPr>
          <p:spPr>
            <a:xfrm>
              <a:off x="12141508" y="4333014"/>
              <a:ext cx="1227014" cy="430038"/>
            </a:xfrm>
            <a:prstGeom prst="rect">
              <a:avLst/>
            </a:prstGeom>
            <a:noFill/>
          </p:spPr>
          <p:txBody>
            <a:bodyPr wrap="square" rtlCol="0">
              <a:spAutoFit/>
            </a:bodyPr>
            <a:lstStyle/>
            <a:p>
              <a:r>
                <a:rPr lang="en-US" sz="2400" dirty="0">
                  <a:solidFill>
                    <a:schemeClr val="bg1"/>
                  </a:solidFill>
                </a:rPr>
                <a:t>Low</a:t>
              </a:r>
            </a:p>
          </p:txBody>
        </p:sp>
        <p:cxnSp>
          <p:nvCxnSpPr>
            <p:cNvPr id="38" name="Straight Arrow Connector 37">
              <a:extLst>
                <a:ext uri="{FF2B5EF4-FFF2-40B4-BE49-F238E27FC236}">
                  <a16:creationId xmlns:a16="http://schemas.microsoft.com/office/drawing/2014/main" id="{4D155405-B13A-1440-327F-C6A8EEC45BA9}"/>
                </a:ext>
              </a:extLst>
            </p:cNvPr>
            <p:cNvCxnSpPr>
              <a:cxnSpLocks/>
            </p:cNvCxnSpPr>
            <p:nvPr/>
          </p:nvCxnSpPr>
          <p:spPr>
            <a:xfrm flipH="1">
              <a:off x="11252329" y="4086433"/>
              <a:ext cx="792333"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D6E1384C-9499-8D7E-C30A-C04228453422}"/>
                </a:ext>
              </a:extLst>
            </p:cNvPr>
            <p:cNvCxnSpPr>
              <a:cxnSpLocks/>
            </p:cNvCxnSpPr>
            <p:nvPr/>
          </p:nvCxnSpPr>
          <p:spPr>
            <a:xfrm flipH="1">
              <a:off x="11305672" y="4584298"/>
              <a:ext cx="767727" cy="16485"/>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7F047B85-2EA7-DB58-58B4-DC3C11CD04E5}"/>
                </a:ext>
              </a:extLst>
            </p:cNvPr>
            <p:cNvCxnSpPr/>
            <p:nvPr/>
          </p:nvCxnSpPr>
          <p:spPr>
            <a:xfrm>
              <a:off x="12044662" y="5038210"/>
              <a:ext cx="1755951"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11C57D1F-7469-5C97-623F-515EE372EED1}"/>
                </a:ext>
              </a:extLst>
            </p:cNvPr>
            <p:cNvCxnSpPr>
              <a:cxnSpLocks/>
            </p:cNvCxnSpPr>
            <p:nvPr/>
          </p:nvCxnSpPr>
          <p:spPr>
            <a:xfrm flipV="1">
              <a:off x="14667329" y="4043957"/>
              <a:ext cx="816577" cy="72865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E3B6C0B0-2FA9-94D2-84DC-F7DC59108900}"/>
                </a:ext>
              </a:extLst>
            </p:cNvPr>
            <p:cNvCxnSpPr>
              <a:cxnSpLocks/>
            </p:cNvCxnSpPr>
            <p:nvPr/>
          </p:nvCxnSpPr>
          <p:spPr>
            <a:xfrm flipH="1">
              <a:off x="16446170" y="5589740"/>
              <a:ext cx="1041478" cy="97429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79C72FF1-33A1-451D-F748-A7B115500E84}"/>
                </a:ext>
              </a:extLst>
            </p:cNvPr>
            <p:cNvCxnSpPr>
              <a:cxnSpLocks/>
            </p:cNvCxnSpPr>
            <p:nvPr/>
          </p:nvCxnSpPr>
          <p:spPr>
            <a:xfrm>
              <a:off x="16585136" y="3751565"/>
              <a:ext cx="1053276" cy="105488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4067F697-C6F6-1C0C-D0EB-02269BF80266}"/>
                </a:ext>
              </a:extLst>
            </p:cNvPr>
            <p:cNvCxnSpPr>
              <a:cxnSpLocks/>
            </p:cNvCxnSpPr>
            <p:nvPr/>
          </p:nvCxnSpPr>
          <p:spPr>
            <a:xfrm flipH="1" flipV="1">
              <a:off x="14589927" y="5787244"/>
              <a:ext cx="915332" cy="101729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pSp>
      <p:sp>
        <p:nvSpPr>
          <p:cNvPr id="13" name="TextBox 12">
            <a:extLst>
              <a:ext uri="{FF2B5EF4-FFF2-40B4-BE49-F238E27FC236}">
                <a16:creationId xmlns:a16="http://schemas.microsoft.com/office/drawing/2014/main" id="{78ECB67A-8D9A-30AC-BF64-EEC08BD3FFCE}"/>
              </a:ext>
            </a:extLst>
          </p:cNvPr>
          <p:cNvSpPr txBox="1"/>
          <p:nvPr/>
        </p:nvSpPr>
        <p:spPr>
          <a:xfrm>
            <a:off x="1310640" y="2377440"/>
            <a:ext cx="8545588" cy="7879080"/>
          </a:xfrm>
          <a:prstGeom prst="rect">
            <a:avLst/>
          </a:prstGeom>
          <a:noFill/>
        </p:spPr>
        <p:txBody>
          <a:bodyPr wrap="square" rtlCol="0">
            <a:spAutoFit/>
          </a:bodyPr>
          <a:lstStyle/>
          <a:p>
            <a:pPr marL="685800" indent="-685800" algn="just">
              <a:lnSpc>
                <a:spcPct val="150000"/>
              </a:lnSpc>
              <a:spcAft>
                <a:spcPts val="1200"/>
              </a:spcAft>
            </a:pPr>
            <a:r>
              <a:rPr lang="en-GB" sz="2800" dirty="0">
                <a:solidFill>
                  <a:schemeClr val="bg1"/>
                </a:solidFill>
              </a:rPr>
              <a:t>An edge (u, v) is a bridge if :</a:t>
            </a:r>
          </a:p>
          <a:p>
            <a:pPr marL="0" indent="0" algn="ctr">
              <a:lnSpc>
                <a:spcPct val="150000"/>
              </a:lnSpc>
              <a:spcAft>
                <a:spcPts val="1200"/>
              </a:spcAft>
              <a:buNone/>
            </a:pPr>
            <a:r>
              <a:rPr lang="en-GB" sz="2800" b="1" dirty="0" err="1">
                <a:solidFill>
                  <a:schemeClr val="bg1"/>
                </a:solidFill>
              </a:rPr>
              <a:t>Lowest_reachable_ancestor</a:t>
            </a:r>
            <a:r>
              <a:rPr lang="en-GB" sz="2800" b="1" dirty="0">
                <a:solidFill>
                  <a:schemeClr val="bg1"/>
                </a:solidFill>
              </a:rPr>
              <a:t>[v] &gt; discovery[u]</a:t>
            </a:r>
          </a:p>
          <a:p>
            <a:pPr marL="457200" indent="-457200">
              <a:lnSpc>
                <a:spcPct val="150000"/>
              </a:lnSpc>
              <a:spcAft>
                <a:spcPts val="1200"/>
              </a:spcAft>
              <a:buFont typeface="Arial" panose="020B0604020202020204" pitchFamily="34" charset="0"/>
              <a:buChar char="•"/>
            </a:pPr>
            <a:r>
              <a:rPr lang="en-GB" sz="2800" b="1" dirty="0">
                <a:solidFill>
                  <a:schemeClr val="bg1"/>
                </a:solidFill>
              </a:rPr>
              <a:t> Edge (A,B) : 2 &gt; 1 is a bridge</a:t>
            </a:r>
          </a:p>
          <a:p>
            <a:pPr marL="457200" indent="-457200">
              <a:lnSpc>
                <a:spcPct val="150000"/>
              </a:lnSpc>
              <a:spcAft>
                <a:spcPts val="1200"/>
              </a:spcAft>
              <a:buFont typeface="Arial" panose="020B0604020202020204" pitchFamily="34" charset="0"/>
              <a:buChar char="•"/>
            </a:pPr>
            <a:r>
              <a:rPr lang="en-GB" sz="2800" b="1" dirty="0">
                <a:solidFill>
                  <a:schemeClr val="bg1"/>
                </a:solidFill>
              </a:rPr>
              <a:t>Edge (B,C) : 2 &gt; 2 not a bridge</a:t>
            </a:r>
          </a:p>
          <a:p>
            <a:pPr marL="457200" indent="-457200">
              <a:lnSpc>
                <a:spcPct val="150000"/>
              </a:lnSpc>
              <a:spcAft>
                <a:spcPts val="1200"/>
              </a:spcAft>
              <a:buFont typeface="Arial" panose="020B0604020202020204" pitchFamily="34" charset="0"/>
              <a:buChar char="•"/>
            </a:pPr>
            <a:r>
              <a:rPr lang="en-GB" sz="2800" b="1" dirty="0">
                <a:solidFill>
                  <a:schemeClr val="bg1"/>
                </a:solidFill>
              </a:rPr>
              <a:t>Edge (C,D) : 2 &gt; 3 not a bridge</a:t>
            </a:r>
          </a:p>
          <a:p>
            <a:pPr marL="457200" indent="-457200">
              <a:lnSpc>
                <a:spcPct val="150000"/>
              </a:lnSpc>
              <a:spcAft>
                <a:spcPts val="1200"/>
              </a:spcAft>
              <a:buFont typeface="Arial" panose="020B0604020202020204" pitchFamily="34" charset="0"/>
              <a:buChar char="•"/>
            </a:pPr>
            <a:r>
              <a:rPr lang="en-GB" sz="2800" b="1" dirty="0">
                <a:solidFill>
                  <a:schemeClr val="bg1"/>
                </a:solidFill>
              </a:rPr>
              <a:t>Edge (D,E) : 2 &gt; 4 not a bridge</a:t>
            </a:r>
          </a:p>
          <a:p>
            <a:pPr marL="457200" indent="-457200">
              <a:lnSpc>
                <a:spcPct val="150000"/>
              </a:lnSpc>
              <a:spcAft>
                <a:spcPts val="1200"/>
              </a:spcAft>
              <a:buFont typeface="Arial" panose="020B0604020202020204" pitchFamily="34" charset="0"/>
              <a:buChar char="•"/>
            </a:pPr>
            <a:r>
              <a:rPr lang="en-GB" sz="2800" b="1" dirty="0">
                <a:solidFill>
                  <a:schemeClr val="bg1"/>
                </a:solidFill>
              </a:rPr>
              <a:t>Edge (E, B) : 2 &gt; 5 not a bridge</a:t>
            </a:r>
          </a:p>
          <a:p>
            <a:pPr marL="457200" indent="-457200">
              <a:spcAft>
                <a:spcPts val="1200"/>
              </a:spcAft>
              <a:buFont typeface="Arial" panose="020B0604020202020204" pitchFamily="34" charset="0"/>
              <a:buChar char="•"/>
            </a:pPr>
            <a:endParaRPr lang="en-GB" sz="2800" b="1" dirty="0">
              <a:solidFill>
                <a:schemeClr val="bg1"/>
              </a:solidFill>
            </a:endParaRPr>
          </a:p>
          <a:p>
            <a:pPr marL="457200" indent="-457200">
              <a:spcAft>
                <a:spcPts val="1200"/>
              </a:spcAft>
              <a:buFont typeface="Arial" panose="020B0604020202020204" pitchFamily="34" charset="0"/>
              <a:buChar char="•"/>
            </a:pPr>
            <a:endParaRPr lang="en-GB" sz="2800" b="1" dirty="0">
              <a:solidFill>
                <a:schemeClr val="bg1"/>
              </a:solidFill>
            </a:endParaRPr>
          </a:p>
          <a:p>
            <a:pPr marL="457200" indent="-457200">
              <a:spcAft>
                <a:spcPts val="1200"/>
              </a:spcAft>
              <a:buFont typeface="Arial" panose="020B0604020202020204" pitchFamily="34" charset="0"/>
              <a:buChar char="•"/>
            </a:pPr>
            <a:endParaRPr lang="en-GB" sz="2800" b="1" dirty="0">
              <a:solidFill>
                <a:schemeClr val="bg1"/>
              </a:solidFill>
            </a:endParaRPr>
          </a:p>
          <a:p>
            <a:endParaRPr lang="en-US" sz="2800" dirty="0"/>
          </a:p>
        </p:txBody>
      </p:sp>
    </p:spTree>
    <p:extLst>
      <p:ext uri="{BB962C8B-B14F-4D97-AF65-F5344CB8AC3E}">
        <p14:creationId xmlns:p14="http://schemas.microsoft.com/office/powerpoint/2010/main" val="1150991806"/>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25F5AA7-4C8E-4C4A-6021-7B81AE6EA50A}"/>
              </a:ext>
            </a:extLst>
          </p:cNvPr>
          <p:cNvSpPr>
            <a:spLocks noGrp="1"/>
          </p:cNvSpPr>
          <p:nvPr>
            <p:ph type="title"/>
          </p:nvPr>
        </p:nvSpPr>
        <p:spPr>
          <a:xfrm>
            <a:off x="1800602" y="4004975"/>
            <a:ext cx="15430500" cy="1775100"/>
          </a:xfrm>
        </p:spPr>
        <p:txBody>
          <a:bodyPr/>
          <a:lstStyle/>
          <a:p>
            <a:pPr algn="ctr"/>
            <a:r>
              <a:rPr lang="en-US" dirty="0"/>
              <a:t>Code Demo</a:t>
            </a:r>
          </a:p>
        </p:txBody>
      </p:sp>
      <p:sp>
        <p:nvSpPr>
          <p:cNvPr id="4" name="Rectangle 3">
            <a:extLst>
              <a:ext uri="{FF2B5EF4-FFF2-40B4-BE49-F238E27FC236}">
                <a16:creationId xmlns:a16="http://schemas.microsoft.com/office/drawing/2014/main" id="{C7E450B0-B417-FD85-3505-A5CC7B4E2F47}"/>
              </a:ext>
            </a:extLst>
          </p:cNvPr>
          <p:cNvSpPr/>
          <p:nvPr/>
        </p:nvSpPr>
        <p:spPr>
          <a:xfrm>
            <a:off x="206477" y="9556955"/>
            <a:ext cx="663678" cy="560439"/>
          </a:xfrm>
          <a:prstGeom prst="rect">
            <a:avLst/>
          </a:prstGeom>
          <a:solidFill>
            <a:srgbClr val="44344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50962207"/>
      </p:ext>
    </p:extLst>
  </p:cSld>
  <p:clrMapOvr>
    <a:masterClrMapping/>
  </p:clrMapOvr>
</p:sld>
</file>

<file path=ppt/theme/theme1.xml><?xml version="1.0" encoding="utf-8"?>
<a:theme xmlns:a="http://schemas.openxmlformats.org/drawingml/2006/main" name="Bold Minimal E-Commerc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445</TotalTime>
  <Words>1040</Words>
  <Application>Microsoft Office PowerPoint</Application>
  <PresentationFormat>Custom</PresentationFormat>
  <Paragraphs>170</Paragraphs>
  <Slides>18</Slides>
  <Notes>13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18</vt:i4>
      </vt:variant>
    </vt:vector>
  </HeadingPairs>
  <TitlesOfParts>
    <vt:vector size="27" baseType="lpstr">
      <vt:lpstr>Consolas</vt:lpstr>
      <vt:lpstr>Calibri</vt:lpstr>
      <vt:lpstr>Cambria Math</vt:lpstr>
      <vt:lpstr>Darker Grotesque Light</vt:lpstr>
      <vt:lpstr>Darker Grotesque</vt:lpstr>
      <vt:lpstr>Arial</vt:lpstr>
      <vt:lpstr>Darker Grotesque Medium</vt:lpstr>
      <vt:lpstr>Nunito</vt:lpstr>
      <vt:lpstr>Bold Minimal E-Commerce</vt:lpstr>
      <vt:lpstr>PowerPoint Presentation</vt:lpstr>
      <vt:lpstr>PowerPoint Presentation</vt:lpstr>
      <vt:lpstr>PowerPoint Presentation</vt:lpstr>
      <vt:lpstr>PowerPoint Presentation</vt:lpstr>
      <vt:lpstr>PowerPoint Presentation</vt:lpstr>
      <vt:lpstr>PowerPoint Presentation</vt:lpstr>
      <vt:lpstr>Naive Approach</vt:lpstr>
      <vt:lpstr>Naive Approach</vt:lpstr>
      <vt:lpstr>PowerPoint Presentation</vt:lpstr>
      <vt:lpstr>Tarjan Algorithm</vt:lpstr>
      <vt:lpstr>Tarjan Algorithm</vt:lpstr>
      <vt:lpstr>PowerPoint Presentation</vt:lpstr>
      <vt:lpstr>PowerPoint Presentation</vt:lpstr>
      <vt:lpstr>PowerPoint Presentation</vt:lpstr>
      <vt:lpstr>PowerPoint Presentation</vt:lpstr>
      <vt:lpstr>PowerPoint Presentation</vt:lpstr>
      <vt:lpstr>PowerPoint Presentation</vt:lpstr>
      <vt:lpstr>Code Demo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Awaiz Noor</dc:creator>
  <cp:lastModifiedBy>Awaiz Noor</cp:lastModifiedBy>
  <cp:revision>15</cp:revision>
  <dcterms:modified xsi:type="dcterms:W3CDTF">2025-03-21T03:07:28Z</dcterms:modified>
</cp:coreProperties>
</file>