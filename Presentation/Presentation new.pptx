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3"/>
  </p:notesMasterIdLst>
  <p:handoutMasterIdLst>
    <p:handoutMasterId r:id="rId24"/>
  </p:handoutMasterIdLst>
  <p:sldIdLst>
    <p:sldId id="256" r:id="rId5"/>
    <p:sldId id="277" r:id="rId6"/>
    <p:sldId id="258" r:id="rId7"/>
    <p:sldId id="293" r:id="rId8"/>
    <p:sldId id="294" r:id="rId9"/>
    <p:sldId id="290" r:id="rId10"/>
    <p:sldId id="268" r:id="rId11"/>
    <p:sldId id="286" r:id="rId12"/>
    <p:sldId id="291" r:id="rId13"/>
    <p:sldId id="295" r:id="rId14"/>
    <p:sldId id="296" r:id="rId15"/>
    <p:sldId id="279" r:id="rId16"/>
    <p:sldId id="297" r:id="rId17"/>
    <p:sldId id="298" r:id="rId18"/>
    <p:sldId id="299" r:id="rId19"/>
    <p:sldId id="300" r:id="rId20"/>
    <p:sldId id="301"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92" userDrawn="1">
          <p15:clr>
            <a:srgbClr val="A4A3A4"/>
          </p15:clr>
        </p15:guide>
        <p15:guide id="2" pos="3144" userDrawn="1">
          <p15:clr>
            <a:srgbClr val="A4A3A4"/>
          </p15:clr>
        </p15:guide>
        <p15:guide id="3" orient="horz" pos="9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008C"/>
    <a:srgbClr val="582156"/>
    <a:srgbClr val="AA207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4B1156A-380E-4F78-BDF5-A606A8083BF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072" autoAdjust="0"/>
  </p:normalViewPr>
  <p:slideViewPr>
    <p:cSldViewPr snapToGrid="0">
      <p:cViewPr varScale="1">
        <p:scale>
          <a:sx n="77" d="100"/>
          <a:sy n="77" d="100"/>
        </p:scale>
        <p:origin x="912" y="48"/>
      </p:cViewPr>
      <p:guideLst>
        <p:guide orient="horz" pos="792"/>
        <p:guide pos="3144"/>
        <p:guide orient="horz" pos="960"/>
      </p:guideLst>
    </p:cSldViewPr>
  </p:slideViewPr>
  <p:outlineViewPr>
    <p:cViewPr>
      <p:scale>
        <a:sx n="33" d="100"/>
        <a:sy n="33" d="100"/>
      </p:scale>
      <p:origin x="0" y="-11942"/>
    </p:cViewPr>
  </p:outlineViewPr>
  <p:notesTextViewPr>
    <p:cViewPr>
      <p:scale>
        <a:sx n="3" d="2"/>
        <a:sy n="3" d="2"/>
      </p:scale>
      <p:origin x="0" y="0"/>
    </p:cViewPr>
  </p:notesTextViewPr>
  <p:sorterViewPr>
    <p:cViewPr varScale="1">
      <p:scale>
        <a:sx n="1" d="1"/>
        <a:sy n="1" d="1"/>
      </p:scale>
      <p:origin x="0" y="0"/>
    </p:cViewPr>
  </p:sorterViewPr>
  <p:notesViewPr>
    <p:cSldViewPr snapToGrid="0" showGuides="1">
      <p:cViewPr varScale="1">
        <p:scale>
          <a:sx n="58" d="100"/>
          <a:sy n="58" d="100"/>
        </p:scale>
        <p:origin x="3240" y="5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AE72A9-67A2-4FB1-BBF6-740F2C2EAA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27B748C-466C-45D8-970C-D4FB4FE80C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8ABBF3-49A8-4B3F-9773-22E67695BB12}" type="datetimeFigureOut">
              <a:rPr lang="en-US" smtClean="0"/>
              <a:t>3/20/2025</a:t>
            </a:fld>
            <a:endParaRPr lang="en-US" dirty="0"/>
          </a:p>
        </p:txBody>
      </p:sp>
      <p:sp>
        <p:nvSpPr>
          <p:cNvPr id="4" name="Footer Placeholder 3">
            <a:extLst>
              <a:ext uri="{FF2B5EF4-FFF2-40B4-BE49-F238E27FC236}">
                <a16:creationId xmlns:a16="http://schemas.microsoft.com/office/drawing/2014/main" id="{EAA8C23F-271A-4B7C-87EC-108046165C7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3E7ABF6-4152-4126-AC20-23B44A3111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EB6193-5AA7-489B-8575-00593FC261DE}" type="slidenum">
              <a:rPr lang="en-US" smtClean="0"/>
              <a:t>‹#›</a:t>
            </a:fld>
            <a:endParaRPr lang="en-US" dirty="0"/>
          </a:p>
        </p:txBody>
      </p:sp>
    </p:spTree>
    <p:extLst>
      <p:ext uri="{BB962C8B-B14F-4D97-AF65-F5344CB8AC3E}">
        <p14:creationId xmlns:p14="http://schemas.microsoft.com/office/powerpoint/2010/main" val="13054054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4AAC2B-A50D-4386-849A-6B59FB991B4C}" type="datetimeFigureOut">
              <a:rPr lang="en-US" smtClean="0"/>
              <a:t>3/20/2025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895658-EA1F-4910-80AB-4DA76E167475}" type="slidenum">
              <a:rPr lang="en-US" smtClean="0"/>
              <a:t>‹#›</a:t>
            </a:fld>
            <a:endParaRPr lang="en-US" dirty="0"/>
          </a:p>
        </p:txBody>
      </p:sp>
    </p:spTree>
    <p:extLst>
      <p:ext uri="{BB962C8B-B14F-4D97-AF65-F5344CB8AC3E}">
        <p14:creationId xmlns:p14="http://schemas.microsoft.com/office/powerpoint/2010/main" val="3414773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895658-EA1F-4910-80AB-4DA76E167475}" type="slidenum">
              <a:rPr lang="en-US" smtClean="0"/>
              <a:t>1</a:t>
            </a:fld>
            <a:endParaRPr lang="en-US" dirty="0"/>
          </a:p>
        </p:txBody>
      </p:sp>
    </p:spTree>
    <p:extLst>
      <p:ext uri="{BB962C8B-B14F-4D97-AF65-F5344CB8AC3E}">
        <p14:creationId xmlns:p14="http://schemas.microsoft.com/office/powerpoint/2010/main" val="2456864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2</a:t>
            </a:fld>
            <a:endParaRPr lang="en-US" dirty="0"/>
          </a:p>
        </p:txBody>
      </p:sp>
    </p:spTree>
    <p:extLst>
      <p:ext uri="{BB962C8B-B14F-4D97-AF65-F5344CB8AC3E}">
        <p14:creationId xmlns:p14="http://schemas.microsoft.com/office/powerpoint/2010/main" val="32177167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3</a:t>
            </a:fld>
            <a:endParaRPr lang="en-US" dirty="0"/>
          </a:p>
        </p:txBody>
      </p:sp>
    </p:spTree>
    <p:extLst>
      <p:ext uri="{BB962C8B-B14F-4D97-AF65-F5344CB8AC3E}">
        <p14:creationId xmlns:p14="http://schemas.microsoft.com/office/powerpoint/2010/main" val="2456439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https://medium.com/data-science/graph-data-structure-cheat-sheet-for-coding-interviews-a38aadf8aa87</a:t>
            </a:r>
            <a:endParaRPr dirty="0"/>
          </a:p>
        </p:txBody>
      </p:sp>
      <p:sp>
        <p:nvSpPr>
          <p:cNvPr id="118" name="Google Shape;11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B970B-A48A-5782-5CE1-B79041E30D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3C3A1-58D8-014E-28D5-A01022D7D9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70EEA8-2633-5815-D6E8-7780C8D9C7B9}"/>
              </a:ext>
            </a:extLst>
          </p:cNvPr>
          <p:cNvSpPr>
            <a:spLocks noGrp="1"/>
          </p:cNvSpPr>
          <p:nvPr>
            <p:ph type="body" idx="1"/>
          </p:nvPr>
        </p:nvSpPr>
        <p:spPr/>
        <p:txBody>
          <a:bodyPr/>
          <a:lstStyle/>
          <a:p>
            <a:pPr marL="171450" indent="-171450">
              <a:buFont typeface="Arial" panose="020B0604020202020204" pitchFamily="34" charset="0"/>
              <a:buChar char="•"/>
            </a:pPr>
            <a:r>
              <a:rPr lang="en-US" dirty="0"/>
              <a:t>https://www.thealgorists.com/Algo/GraphTheory/Tarjan/Bridges</a:t>
            </a:r>
            <a:br>
              <a:rPr lang="en-US" dirty="0"/>
            </a:br>
            <a:r>
              <a:rPr lang="en-US" dirty="0"/>
              <a:t>https://en.wikipedia.org/wiki/Bridge_%28graph_theory%29</a:t>
            </a:r>
            <a:br>
              <a:rPr lang="en-US" dirty="0"/>
            </a:br>
            <a:r>
              <a:rPr lang="en-US" dirty="0"/>
              <a:t>https://www.geeksforgeeks.org/bridge-in-a-graph/</a:t>
            </a:r>
          </a:p>
          <a:p>
            <a:pPr marL="171450" indent="-171450">
              <a:buFont typeface="Arial" panose="020B0604020202020204" pitchFamily="34" charset="0"/>
              <a:buChar char="•"/>
            </a:pPr>
            <a:r>
              <a:rPr lang="en-US" dirty="0"/>
              <a:t>https://stackoverflow.com/questions/48434050/in-a-graph-how-do-you-determine-if-two-vertices-form-a-bridge-and-which-vertice</a:t>
            </a:r>
          </a:p>
        </p:txBody>
      </p:sp>
      <p:sp>
        <p:nvSpPr>
          <p:cNvPr id="4" name="Slide Number Placeholder 3">
            <a:extLst>
              <a:ext uri="{FF2B5EF4-FFF2-40B4-BE49-F238E27FC236}">
                <a16:creationId xmlns:a16="http://schemas.microsoft.com/office/drawing/2014/main" id="{AD205788-20B6-8591-CE43-DD13C9DA0B5D}"/>
              </a:ext>
            </a:extLst>
          </p:cNvPr>
          <p:cNvSpPr>
            <a:spLocks noGrp="1"/>
          </p:cNvSpPr>
          <p:nvPr>
            <p:ph type="sldNum" sz="quarter" idx="5"/>
          </p:nvPr>
        </p:nvSpPr>
        <p:spPr/>
        <p:txBody>
          <a:bodyPr/>
          <a:lstStyle/>
          <a:p>
            <a:fld id="{10895658-EA1F-4910-80AB-4DA76E167475}" type="slidenum">
              <a:rPr lang="en-US" smtClean="0"/>
              <a:t>5</a:t>
            </a:fld>
            <a:endParaRPr lang="en-US" dirty="0"/>
          </a:p>
        </p:txBody>
      </p:sp>
    </p:spTree>
    <p:extLst>
      <p:ext uri="{BB962C8B-B14F-4D97-AF65-F5344CB8AC3E}">
        <p14:creationId xmlns:p14="http://schemas.microsoft.com/office/powerpoint/2010/main" val="17572951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6</a:t>
            </a:fld>
            <a:endParaRPr lang="en-US" dirty="0"/>
          </a:p>
        </p:txBody>
      </p:sp>
    </p:spTree>
    <p:extLst>
      <p:ext uri="{BB962C8B-B14F-4D97-AF65-F5344CB8AC3E}">
        <p14:creationId xmlns:p14="http://schemas.microsoft.com/office/powerpoint/2010/main" val="24826134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7</a:t>
            </a:fld>
            <a:endParaRPr lang="en-US" dirty="0"/>
          </a:p>
        </p:txBody>
      </p:sp>
    </p:spTree>
    <p:extLst>
      <p:ext uri="{BB962C8B-B14F-4D97-AF65-F5344CB8AC3E}">
        <p14:creationId xmlns:p14="http://schemas.microsoft.com/office/powerpoint/2010/main" val="5102262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8</a:t>
            </a:fld>
            <a:endParaRPr lang="en-US" dirty="0"/>
          </a:p>
        </p:txBody>
      </p:sp>
    </p:spTree>
    <p:extLst>
      <p:ext uri="{BB962C8B-B14F-4D97-AF65-F5344CB8AC3E}">
        <p14:creationId xmlns:p14="http://schemas.microsoft.com/office/powerpoint/2010/main" val="29096670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9</a:t>
            </a:fld>
            <a:endParaRPr lang="en-US" dirty="0"/>
          </a:p>
        </p:txBody>
      </p:sp>
    </p:spTree>
    <p:extLst>
      <p:ext uri="{BB962C8B-B14F-4D97-AF65-F5344CB8AC3E}">
        <p14:creationId xmlns:p14="http://schemas.microsoft.com/office/powerpoint/2010/main" val="11010340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C3E6E-F7C9-FE96-1DF8-636F5C6D84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A8732A-0DD4-5008-B666-6F0CE0E8DE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F0823F-76F5-AE73-D75A-DE3C78C7956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949C0B7-A9DB-D1E3-397D-40F9A8D046B5}"/>
              </a:ext>
            </a:extLst>
          </p:cNvPr>
          <p:cNvSpPr>
            <a:spLocks noGrp="1"/>
          </p:cNvSpPr>
          <p:nvPr>
            <p:ph type="sldNum" sz="quarter" idx="5"/>
          </p:nvPr>
        </p:nvSpPr>
        <p:spPr/>
        <p:txBody>
          <a:bodyPr/>
          <a:lstStyle/>
          <a:p>
            <a:fld id="{10895658-EA1F-4910-80AB-4DA76E167475}" type="slidenum">
              <a:rPr lang="en-US" smtClean="0"/>
              <a:t>10</a:t>
            </a:fld>
            <a:endParaRPr lang="en-US" dirty="0"/>
          </a:p>
        </p:txBody>
      </p:sp>
    </p:spTree>
    <p:extLst>
      <p:ext uri="{BB962C8B-B14F-4D97-AF65-F5344CB8AC3E}">
        <p14:creationId xmlns:p14="http://schemas.microsoft.com/office/powerpoint/2010/main" val="13544897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873E3-5A94-E0A3-CDF6-E9D09B72F7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7E88A8-B06F-B91F-B9AE-BBCA211FF7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FF28ED-5CD3-949A-2480-AD06BF0D020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4BA1031-8B6A-58AB-F1CE-EA56E8BC3829}"/>
              </a:ext>
            </a:extLst>
          </p:cNvPr>
          <p:cNvSpPr>
            <a:spLocks noGrp="1"/>
          </p:cNvSpPr>
          <p:nvPr>
            <p:ph type="sldNum" sz="quarter" idx="5"/>
          </p:nvPr>
        </p:nvSpPr>
        <p:spPr/>
        <p:txBody>
          <a:bodyPr/>
          <a:lstStyle/>
          <a:p>
            <a:fld id="{10895658-EA1F-4910-80AB-4DA76E167475}" type="slidenum">
              <a:rPr lang="en-US" smtClean="0"/>
              <a:t>11</a:t>
            </a:fld>
            <a:endParaRPr lang="en-US" dirty="0"/>
          </a:p>
        </p:txBody>
      </p:sp>
    </p:spTree>
    <p:extLst>
      <p:ext uri="{BB962C8B-B14F-4D97-AF65-F5344CB8AC3E}">
        <p14:creationId xmlns:p14="http://schemas.microsoft.com/office/powerpoint/2010/main" val="18535195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https://codeforces.com/blog/entry/71146</a:t>
            </a:r>
          </a:p>
        </p:txBody>
      </p:sp>
      <p:sp>
        <p:nvSpPr>
          <p:cNvPr id="4" name="Slide Number Placeholder 3"/>
          <p:cNvSpPr>
            <a:spLocks noGrp="1"/>
          </p:cNvSpPr>
          <p:nvPr>
            <p:ph type="sldNum" sz="quarter" idx="5"/>
          </p:nvPr>
        </p:nvSpPr>
        <p:spPr/>
        <p:txBody>
          <a:bodyPr/>
          <a:lstStyle/>
          <a:p>
            <a:fld id="{10895658-EA1F-4910-80AB-4DA76E167475}" type="slidenum">
              <a:rPr lang="en-US" smtClean="0"/>
              <a:t>12</a:t>
            </a:fld>
            <a:endParaRPr lang="en-US" dirty="0"/>
          </a:p>
        </p:txBody>
      </p:sp>
    </p:spTree>
    <p:extLst>
      <p:ext uri="{BB962C8B-B14F-4D97-AF65-F5344CB8AC3E}">
        <p14:creationId xmlns:p14="http://schemas.microsoft.com/office/powerpoint/2010/main" val="16482914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BEA95-B602-B923-F3CF-5494D248A2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9C1DE1-C66F-7C19-6B6D-54CE2636DC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F173E5-C22A-51F1-C4D5-DA207994EF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EBA226-F717-1353-34E4-CEF3E39460D9}"/>
              </a:ext>
            </a:extLst>
          </p:cNvPr>
          <p:cNvSpPr>
            <a:spLocks noGrp="1"/>
          </p:cNvSpPr>
          <p:nvPr>
            <p:ph type="sldNum" sz="quarter" idx="5"/>
          </p:nvPr>
        </p:nvSpPr>
        <p:spPr/>
        <p:txBody>
          <a:bodyPr/>
          <a:lstStyle/>
          <a:p>
            <a:fld id="{10895658-EA1F-4910-80AB-4DA76E167475}" type="slidenum">
              <a:rPr lang="en-US" smtClean="0"/>
              <a:t>13</a:t>
            </a:fld>
            <a:endParaRPr lang="en-US" dirty="0"/>
          </a:p>
        </p:txBody>
      </p:sp>
    </p:spTree>
    <p:extLst>
      <p:ext uri="{BB962C8B-B14F-4D97-AF65-F5344CB8AC3E}">
        <p14:creationId xmlns:p14="http://schemas.microsoft.com/office/powerpoint/2010/main" val="3804619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555A8-97D6-B155-D3A4-9615E57002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9628D7-DA54-D6CB-F926-3B5D9C4A3B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8CDE3C-251A-AE57-0BD3-37D2694088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70FE60-4BE2-4607-2CA5-BFC68A16007B}"/>
              </a:ext>
            </a:extLst>
          </p:cNvPr>
          <p:cNvSpPr>
            <a:spLocks noGrp="1"/>
          </p:cNvSpPr>
          <p:nvPr>
            <p:ph type="sldNum" sz="quarter" idx="5"/>
          </p:nvPr>
        </p:nvSpPr>
        <p:spPr/>
        <p:txBody>
          <a:bodyPr/>
          <a:lstStyle/>
          <a:p>
            <a:fld id="{10895658-EA1F-4910-80AB-4DA76E167475}" type="slidenum">
              <a:rPr lang="en-US" smtClean="0"/>
              <a:t>14</a:t>
            </a:fld>
            <a:endParaRPr lang="en-US" dirty="0"/>
          </a:p>
        </p:txBody>
      </p:sp>
    </p:spTree>
    <p:extLst>
      <p:ext uri="{BB962C8B-B14F-4D97-AF65-F5344CB8AC3E}">
        <p14:creationId xmlns:p14="http://schemas.microsoft.com/office/powerpoint/2010/main" val="7032581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8C8F0-F747-DB07-80BB-2FE7A8CA0D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C8F396-6232-E401-1221-91B3819BD2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B81DDE-F2B6-BD96-D720-0141F97BA2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B0070A-1618-8147-235C-FDDF22E9298C}"/>
              </a:ext>
            </a:extLst>
          </p:cNvPr>
          <p:cNvSpPr>
            <a:spLocks noGrp="1"/>
          </p:cNvSpPr>
          <p:nvPr>
            <p:ph type="sldNum" sz="quarter" idx="5"/>
          </p:nvPr>
        </p:nvSpPr>
        <p:spPr/>
        <p:txBody>
          <a:bodyPr/>
          <a:lstStyle/>
          <a:p>
            <a:fld id="{10895658-EA1F-4910-80AB-4DA76E167475}" type="slidenum">
              <a:rPr lang="en-US" smtClean="0"/>
              <a:t>15</a:t>
            </a:fld>
            <a:endParaRPr lang="en-US" dirty="0"/>
          </a:p>
        </p:txBody>
      </p:sp>
    </p:spTree>
    <p:extLst>
      <p:ext uri="{BB962C8B-B14F-4D97-AF65-F5344CB8AC3E}">
        <p14:creationId xmlns:p14="http://schemas.microsoft.com/office/powerpoint/2010/main" val="30117718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D4147-A817-A93A-AAB4-EC27B29F7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0DD6DB-2E71-06D7-EC24-55159BD09C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55337F-0AB0-DE06-1270-7579614A14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69DD06-8EFF-E8A1-F25E-EF4BF2EDD683}"/>
              </a:ext>
            </a:extLst>
          </p:cNvPr>
          <p:cNvSpPr>
            <a:spLocks noGrp="1"/>
          </p:cNvSpPr>
          <p:nvPr>
            <p:ph type="sldNum" sz="quarter" idx="5"/>
          </p:nvPr>
        </p:nvSpPr>
        <p:spPr/>
        <p:txBody>
          <a:bodyPr/>
          <a:lstStyle/>
          <a:p>
            <a:fld id="{10895658-EA1F-4910-80AB-4DA76E167475}" type="slidenum">
              <a:rPr lang="en-US" smtClean="0"/>
              <a:t>16</a:t>
            </a:fld>
            <a:endParaRPr lang="en-US" dirty="0"/>
          </a:p>
        </p:txBody>
      </p:sp>
    </p:spTree>
    <p:extLst>
      <p:ext uri="{BB962C8B-B14F-4D97-AF65-F5344CB8AC3E}">
        <p14:creationId xmlns:p14="http://schemas.microsoft.com/office/powerpoint/2010/main" val="1449547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18</a:t>
            </a:fld>
            <a:endParaRPr lang="en-US" dirty="0"/>
          </a:p>
        </p:txBody>
      </p:sp>
    </p:spTree>
    <p:extLst>
      <p:ext uri="{BB962C8B-B14F-4D97-AF65-F5344CB8AC3E}">
        <p14:creationId xmlns:p14="http://schemas.microsoft.com/office/powerpoint/2010/main" val="36071253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15.svg"/><Relationship Id="rId10" Type="http://schemas.openxmlformats.org/officeDocument/2006/relationships/image" Target="../media/image5.png"/><Relationship Id="rId4" Type="http://schemas.openxmlformats.org/officeDocument/2006/relationships/image" Target="../media/image14.png"/><Relationship Id="rId9"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4.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23.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9AF4D7D-42EC-4F30-296A-81B05C4E7D57}"/>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714772" y="677918"/>
            <a:ext cx="6856292" cy="3590596"/>
          </a:xfrm>
        </p:spPr>
        <p:txBody>
          <a:bodyPr anchor="ctr"/>
          <a:lstStyle>
            <a:lvl1pPr algn="l">
              <a:defRPr sz="6000" cap="all" baseline="0">
                <a:solidFill>
                  <a:schemeClr val="tx2"/>
                </a:solidFill>
              </a:defRPr>
            </a:lvl1pPr>
          </a:lstStyle>
          <a:p>
            <a:r>
              <a:rPr lang="en-US" dirty="0"/>
              <a:t>Click to add title</a:t>
            </a:r>
          </a:p>
        </p:txBody>
      </p:sp>
    </p:spTree>
    <p:extLst>
      <p:ext uri="{BB962C8B-B14F-4D97-AF65-F5344CB8AC3E}">
        <p14:creationId xmlns:p14="http://schemas.microsoft.com/office/powerpoint/2010/main" val="670392170"/>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933950" y="429461"/>
            <a:ext cx="6343650" cy="2668463"/>
          </a:xfrm>
        </p:spPr>
        <p:txBody>
          <a:bodyPr anchor="b" anchorCtr="0"/>
          <a:lstStyle>
            <a:lvl1pPr>
              <a:defRPr cap="all" baseline="0">
                <a:solidFill>
                  <a:schemeClr val="accent1"/>
                </a:solidFill>
              </a:defRPr>
            </a:lvl1pPr>
          </a:lstStyle>
          <a:p>
            <a:r>
              <a:rPr lang="en-US" dirty="0"/>
              <a:t>CLICK TO ADD TITLE</a:t>
            </a:r>
          </a:p>
        </p:txBody>
      </p:sp>
      <p:sp>
        <p:nvSpPr>
          <p:cNvPr id="7" name="Content Placeholder 2">
            <a:extLst>
              <a:ext uri="{FF2B5EF4-FFF2-40B4-BE49-F238E27FC236}">
                <a16:creationId xmlns:a16="http://schemas.microsoft.com/office/drawing/2014/main" id="{F183B974-C7F1-5026-EC6E-647371B64BBB}"/>
              </a:ext>
            </a:extLst>
          </p:cNvPr>
          <p:cNvSpPr>
            <a:spLocks noGrp="1"/>
          </p:cNvSpPr>
          <p:nvPr>
            <p:ph sz="half" idx="14" hasCustomPrompt="1"/>
          </p:nvPr>
        </p:nvSpPr>
        <p:spPr>
          <a:xfrm>
            <a:off x="4938712" y="3299953"/>
            <a:ext cx="6338888" cy="2668463"/>
          </a:xfrm>
        </p:spPr>
        <p:txBody>
          <a:bodyPr>
            <a:normAutofit/>
          </a:bodyPr>
          <a:lstStyle>
            <a:lvl1pPr marL="0" indent="0">
              <a:lnSpc>
                <a:spcPct val="150000"/>
              </a:lnSpc>
              <a:spcBef>
                <a:spcPts val="0"/>
              </a:spcBef>
              <a:spcAft>
                <a:spcPts val="0"/>
              </a:spcAft>
              <a:buFont typeface="Arial" panose="020B0604020202020204" pitchFamily="34" charset="0"/>
              <a:buNone/>
              <a:defRPr sz="24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3" name="Group 2">
            <a:extLst>
              <a:ext uri="{FF2B5EF4-FFF2-40B4-BE49-F238E27FC236}">
                <a16:creationId xmlns:a16="http://schemas.microsoft.com/office/drawing/2014/main" id="{464914EB-20DD-97B4-8FF9-94D739D21CA4}"/>
              </a:ext>
              <a:ext uri="{C183D7F6-B498-43B3-948B-1728B52AA6E4}">
                <adec:decorative xmlns:adec="http://schemas.microsoft.com/office/drawing/2017/decorative" val="1"/>
              </a:ext>
            </a:extLst>
          </p:cNvPr>
          <p:cNvGrpSpPr/>
          <p:nvPr userDrawn="1"/>
        </p:nvGrpSpPr>
        <p:grpSpPr>
          <a:xfrm>
            <a:off x="-9867" y="-7753"/>
            <a:ext cx="4187536" cy="6865753"/>
            <a:chOff x="-9867" y="-7753"/>
            <a:chExt cx="4187536" cy="6865753"/>
          </a:xfrm>
        </p:grpSpPr>
        <p:sp>
          <p:nvSpPr>
            <p:cNvPr id="64" name="Rectangle 63">
              <a:extLst>
                <a:ext uri="{FF2B5EF4-FFF2-40B4-BE49-F238E27FC236}">
                  <a16:creationId xmlns:a16="http://schemas.microsoft.com/office/drawing/2014/main" id="{0407AED1-9974-465A-BC9C-530E270105DE}"/>
                </a:ext>
              </a:extLst>
            </p:cNvPr>
            <p:cNvSpPr/>
            <p:nvPr userDrawn="1"/>
          </p:nvSpPr>
          <p:spPr>
            <a:xfrm flipH="1">
              <a:off x="0" y="2021358"/>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808ADBC6-C9BE-4302-A86A-4AC842874C24}"/>
                </a:ext>
              </a:extLst>
            </p:cNvPr>
            <p:cNvSpPr/>
            <p:nvPr userDrawn="1"/>
          </p:nvSpPr>
          <p:spPr>
            <a:xfrm>
              <a:off x="2029604" y="2031653"/>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2B04AFC-F339-4DFB-AA44-D68317065E02}"/>
                </a:ext>
              </a:extLst>
            </p:cNvPr>
            <p:cNvSpPr/>
            <p:nvPr userDrawn="1"/>
          </p:nvSpPr>
          <p:spPr>
            <a:xfrm>
              <a:off x="2028253" y="4052815"/>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19" descr="A black and white striped pattern&#10;&#10;Description automatically generated with low confidence">
              <a:extLst>
                <a:ext uri="{FF2B5EF4-FFF2-40B4-BE49-F238E27FC236}">
                  <a16:creationId xmlns:a16="http://schemas.microsoft.com/office/drawing/2014/main" id="{E88B2398-8473-499F-836C-F3AF518F5BB2}"/>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2033015" y="5086646"/>
              <a:ext cx="2019299" cy="999451"/>
            </a:xfrm>
            <a:prstGeom prst="rect">
              <a:avLst/>
            </a:prstGeom>
          </p:spPr>
        </p:pic>
        <p:pic>
          <p:nvPicPr>
            <p:cNvPr id="26" name="Graphic 25">
              <a:extLst>
                <a:ext uri="{FF2B5EF4-FFF2-40B4-BE49-F238E27FC236}">
                  <a16:creationId xmlns:a16="http://schemas.microsoft.com/office/drawing/2014/main" id="{E1BC9BFE-80C0-4DA9-92DB-070C41E412B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9867" y="-1076"/>
              <a:ext cx="2029968" cy="2029968"/>
            </a:xfrm>
            <a:prstGeom prst="rect">
              <a:avLst/>
            </a:prstGeom>
          </p:spPr>
        </p:pic>
        <p:sp>
          <p:nvSpPr>
            <p:cNvPr id="31" name="Rectangle 30">
              <a:extLst>
                <a:ext uri="{FF2B5EF4-FFF2-40B4-BE49-F238E27FC236}">
                  <a16:creationId xmlns:a16="http://schemas.microsoft.com/office/drawing/2014/main" id="{A522571C-09D3-4F39-B963-76F80D9973F1}"/>
                </a:ext>
              </a:extLst>
            </p:cNvPr>
            <p:cNvSpPr/>
            <p:nvPr userDrawn="1"/>
          </p:nvSpPr>
          <p:spPr>
            <a:xfrm>
              <a:off x="2029968" y="6045049"/>
              <a:ext cx="2029968" cy="8129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20268D7D-D5FB-492C-8D00-3E866534BD42}"/>
                </a:ext>
              </a:extLst>
            </p:cNvPr>
            <p:cNvSpPr/>
            <p:nvPr userDrawn="1"/>
          </p:nvSpPr>
          <p:spPr>
            <a:xfrm flipH="1">
              <a:off x="0" y="4828032"/>
              <a:ext cx="2032942"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54BCEF24-C76B-44E5-A457-E55658E8EB8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860" y="4828032"/>
              <a:ext cx="2029968" cy="2029968"/>
            </a:xfrm>
            <a:prstGeom prst="rect">
              <a:avLst/>
            </a:prstGeom>
          </p:spPr>
        </p:pic>
        <p:grpSp>
          <p:nvGrpSpPr>
            <p:cNvPr id="40" name="Group 39">
              <a:extLst>
                <a:ext uri="{FF2B5EF4-FFF2-40B4-BE49-F238E27FC236}">
                  <a16:creationId xmlns:a16="http://schemas.microsoft.com/office/drawing/2014/main" id="{18216784-417D-44A8-8CF1-C0CAF410EB9B}"/>
                </a:ext>
              </a:extLst>
            </p:cNvPr>
            <p:cNvGrpSpPr/>
            <p:nvPr userDrawn="1"/>
          </p:nvGrpSpPr>
          <p:grpSpPr>
            <a:xfrm>
              <a:off x="100242" y="2099803"/>
              <a:ext cx="1920240" cy="1920240"/>
              <a:chOff x="5361924" y="7472790"/>
              <a:chExt cx="1828800" cy="1828800"/>
            </a:xfrm>
          </p:grpSpPr>
          <p:grpSp>
            <p:nvGrpSpPr>
              <p:cNvPr id="41" name="Group 40">
                <a:extLst>
                  <a:ext uri="{FF2B5EF4-FFF2-40B4-BE49-F238E27FC236}">
                    <a16:creationId xmlns:a16="http://schemas.microsoft.com/office/drawing/2014/main" id="{FFF90BA2-E949-4FDF-A88E-B68F607E3205}"/>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41F18930-2C24-4BA6-A1EB-BF1644EE8558}"/>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D5953E65-C24C-4C83-86BB-E4A6D2532FDF}"/>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0B9DA7A8-A66E-4E0E-92DF-B3FF112EBB70}"/>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94E74739-1964-4A3C-B2E5-28FEF5EF8E49}"/>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E31C22DC-76BD-4E83-8A1A-B7AE70B2E8FE}"/>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F63C700C-5749-4BA1-8128-78559312E825}"/>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EC81C305-3A69-4634-8A07-56F8272122AF}"/>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A14AAEDA-8F87-420D-A6BD-FF115C08EB7A}"/>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A1FA4EA0-701D-49A3-8962-1BD0CE6E9C0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E362A8AA-1110-4C1C-9922-60F7D43E82B0}"/>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BC8B72EE-335A-4030-B500-7E6FB4D24F18}"/>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10167348-D9AA-4440-8569-849A6B0F2C2D}"/>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A5616AB2-7A83-42C0-883C-FFA27D5468C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6A9CA073-4F0B-4787-B46D-7886261E945E}"/>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9AF901A3-1EC5-458F-A653-74CCEAE9A13D}"/>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4D5E35A9-4BB5-48F3-AE34-E1BDD3343EB1}"/>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A9A549D5-A823-49C4-8C36-D074E6E039B9}"/>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6A767C47-7246-4B50-8E78-82766365754A}"/>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0AEE1DDC-07C3-4204-A3B1-BB7C77C0622B}"/>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75" name="Rectangle 74">
              <a:extLst>
                <a:ext uri="{FF2B5EF4-FFF2-40B4-BE49-F238E27FC236}">
                  <a16:creationId xmlns:a16="http://schemas.microsoft.com/office/drawing/2014/main" id="{15DA288D-BE35-46E8-AA86-9F28D8504DAB}"/>
                </a:ext>
              </a:extLst>
            </p:cNvPr>
            <p:cNvSpPr/>
            <p:nvPr userDrawn="1"/>
          </p:nvSpPr>
          <p:spPr>
            <a:xfrm>
              <a:off x="0" y="4043197"/>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Shape 73">
              <a:extLst>
                <a:ext uri="{FF2B5EF4-FFF2-40B4-BE49-F238E27FC236}">
                  <a16:creationId xmlns:a16="http://schemas.microsoft.com/office/drawing/2014/main" id="{72557B54-30A3-4192-9D51-EE28AF522DE9}"/>
                </a:ext>
              </a:extLst>
            </p:cNvPr>
            <p:cNvSpPr/>
            <p:nvPr userDrawn="1"/>
          </p:nvSpPr>
          <p:spPr>
            <a:xfrm>
              <a:off x="0" y="2021358"/>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6" name="Straight Connector 65">
              <a:extLst>
                <a:ext uri="{FF2B5EF4-FFF2-40B4-BE49-F238E27FC236}">
                  <a16:creationId xmlns:a16="http://schemas.microsoft.com/office/drawing/2014/main" id="{2208FD0E-034D-4DF3-85D7-F0EBE2775B58}"/>
                </a:ext>
              </a:extLst>
            </p:cNvPr>
            <p:cNvCxnSpPr>
              <a:cxnSpLocks/>
            </p:cNvCxnSpPr>
            <p:nvPr userDrawn="1"/>
          </p:nvCxnSpPr>
          <p:spPr>
            <a:xfrm>
              <a:off x="10632" y="-7753"/>
              <a:ext cx="4052352" cy="404086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E20239FE-47D0-4B4F-8440-F859F368C141}"/>
                </a:ext>
              </a:extLst>
            </p:cNvPr>
            <p:cNvSpPr/>
            <p:nvPr userDrawn="1"/>
          </p:nvSpPr>
          <p:spPr>
            <a:xfrm>
              <a:off x="3903349" y="3869829"/>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Footer Placeholder 4">
            <a:extLst>
              <a:ext uri="{FF2B5EF4-FFF2-40B4-BE49-F238E27FC236}">
                <a16:creationId xmlns:a16="http://schemas.microsoft.com/office/drawing/2014/main" id="{A8925BB7-B630-981C-964B-37A5DCBEA2E2}"/>
              </a:ext>
            </a:extLst>
          </p:cNvPr>
          <p:cNvSpPr>
            <a:spLocks noGrp="1"/>
          </p:cNvSpPr>
          <p:nvPr>
            <p:ph type="ftr" sz="quarter" idx="11"/>
          </p:nvPr>
        </p:nvSpPr>
        <p:spPr>
          <a:xfrm>
            <a:off x="7306165" y="6355080"/>
            <a:ext cx="2286000" cy="365125"/>
          </a:xfrm>
        </p:spPr>
        <p:txBody>
          <a:bodyPr/>
          <a:lstStyle>
            <a:lvl1pPr>
              <a:defRPr>
                <a:solidFill>
                  <a:schemeClr val="tx1"/>
                </a:solidFill>
              </a:defRPr>
            </a:lvl1pPr>
          </a:lstStyle>
          <a:p>
            <a:r>
              <a:rPr lang="en-US"/>
              <a:t>Presentation title</a:t>
            </a:r>
            <a:endParaRPr lang="en-US" dirty="0"/>
          </a:p>
        </p:txBody>
      </p:sp>
      <p:sp>
        <p:nvSpPr>
          <p:cNvPr id="5" name="Slide Number Placeholder 5">
            <a:extLst>
              <a:ext uri="{FF2B5EF4-FFF2-40B4-BE49-F238E27FC236}">
                <a16:creationId xmlns:a16="http://schemas.microsoft.com/office/drawing/2014/main" id="{4B4D24B0-E841-7B76-D133-06ABBAB6B6FF}"/>
              </a:ext>
            </a:extLst>
          </p:cNvPr>
          <p:cNvSpPr>
            <a:spLocks noGrp="1"/>
          </p:cNvSpPr>
          <p:nvPr>
            <p:ph type="sldNum" sz="quarter" idx="12"/>
          </p:nvPr>
        </p:nvSpPr>
        <p:spPr>
          <a:xfrm>
            <a:off x="10967357"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
        <p:nvSpPr>
          <p:cNvPr id="6" name="Date Placeholder 3">
            <a:extLst>
              <a:ext uri="{FF2B5EF4-FFF2-40B4-BE49-F238E27FC236}">
                <a16:creationId xmlns:a16="http://schemas.microsoft.com/office/drawing/2014/main" id="{C7D011F5-A799-BEAA-9160-5743D58B456A}"/>
              </a:ext>
            </a:extLst>
          </p:cNvPr>
          <p:cNvSpPr>
            <a:spLocks noGrp="1"/>
          </p:cNvSpPr>
          <p:nvPr>
            <p:ph type="dt" sz="half" idx="10"/>
          </p:nvPr>
        </p:nvSpPr>
        <p:spPr>
          <a:xfrm>
            <a:off x="4833694" y="6353175"/>
            <a:ext cx="1097280" cy="365125"/>
          </a:xfrm>
        </p:spPr>
        <p:txBody>
          <a:bodyPr/>
          <a:lstStyle>
            <a:lvl1pPr>
              <a:defRPr>
                <a:solidFill>
                  <a:schemeClr val="tx1"/>
                </a:solidFill>
              </a:defRPr>
            </a:lvl1pPr>
          </a:lstStyle>
          <a:p>
            <a:r>
              <a:rPr lang="en-US"/>
              <a:t>12/11/2023</a:t>
            </a:r>
            <a:endParaRPr lang="en-US" dirty="0"/>
          </a:p>
        </p:txBody>
      </p:sp>
    </p:spTree>
    <p:extLst>
      <p:ext uri="{BB962C8B-B14F-4D97-AF65-F5344CB8AC3E}">
        <p14:creationId xmlns:p14="http://schemas.microsoft.com/office/powerpoint/2010/main" val="193739902"/>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660358"/>
            <a:ext cx="6594768" cy="5537284"/>
          </a:xfrm>
        </p:spPr>
        <p:txBody>
          <a:bodyPr anchor="ctr">
            <a:normAutofit/>
          </a:bodyPr>
          <a:lstStyle>
            <a:lvl1pPr algn="l">
              <a:defRPr sz="4800" cap="all" baseline="0">
                <a:solidFill>
                  <a:schemeClr val="tx2"/>
                </a:solidFill>
              </a:defRPr>
            </a:lvl1pPr>
          </a:lstStyle>
          <a:p>
            <a:r>
              <a:rPr lang="en-US" dirty="0"/>
              <a:t>Click to add title</a:t>
            </a:r>
          </a:p>
        </p:txBody>
      </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rot="10800000">
            <a:off x="1" y="761322"/>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algn="ctr">
              <a:defRPr sz="2000">
                <a:solidFill>
                  <a:schemeClr val="bg1"/>
                </a:solidFill>
              </a:defRPr>
            </a:lvl1pPr>
          </a:lstStyle>
          <a:p>
            <a:r>
              <a:rPr lang="en-US" dirty="0"/>
              <a:t>Click icon to insert picture</a:t>
            </a:r>
          </a:p>
        </p:txBody>
      </p:sp>
      <p:grpSp>
        <p:nvGrpSpPr>
          <p:cNvPr id="4" name="Group 3">
            <a:extLst>
              <a:ext uri="{FF2B5EF4-FFF2-40B4-BE49-F238E27FC236}">
                <a16:creationId xmlns:a16="http://schemas.microsoft.com/office/drawing/2014/main" id="{A1EA6F58-FA46-C921-5758-59234B148D4F}"/>
              </a:ext>
              <a:ext uri="{C183D7F6-B498-43B3-948B-1728B52AA6E4}">
                <adec:decorative xmlns:adec="http://schemas.microsoft.com/office/drawing/2017/decorative" val="1"/>
              </a:ext>
            </a:extLst>
          </p:cNvPr>
          <p:cNvGrpSpPr/>
          <p:nvPr userDrawn="1"/>
        </p:nvGrpSpPr>
        <p:grpSpPr>
          <a:xfrm>
            <a:off x="0" y="0"/>
            <a:ext cx="4069439" cy="4828833"/>
            <a:chOff x="0" y="0"/>
            <a:chExt cx="4069439" cy="4828833"/>
          </a:xfrm>
        </p:grpSpPr>
        <p:sp>
          <p:nvSpPr>
            <p:cNvPr id="7" name="Rectangle 6">
              <a:extLst>
                <a:ext uri="{FF2B5EF4-FFF2-40B4-BE49-F238E27FC236}">
                  <a16:creationId xmlns:a16="http://schemas.microsoft.com/office/drawing/2014/main" id="{06F989FA-6E7A-3A98-AF95-F2384308BD32}"/>
                </a:ext>
              </a:extLst>
            </p:cNvPr>
            <p:cNvSpPr>
              <a:spLocks/>
            </p:cNvSpPr>
            <p:nvPr userDrawn="1"/>
          </p:nvSpPr>
          <p:spPr>
            <a:xfrm rot="10800000" flipH="1">
              <a:off x="2026630" y="77643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rot="10800000">
              <a:off x="0" y="76613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rot="10800000">
              <a:off x="1351" y="0"/>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39471" y="2798865"/>
              <a:ext cx="2029968" cy="2029968"/>
            </a:xfrm>
            <a:prstGeom prst="rect">
              <a:avLst/>
            </a:prstGeom>
          </p:spPr>
        </p:pic>
        <p:sp>
          <p:nvSpPr>
            <p:cNvPr id="41" name="Rectangle 40">
              <a:extLst>
                <a:ext uri="{FF2B5EF4-FFF2-40B4-BE49-F238E27FC236}">
                  <a16:creationId xmlns:a16="http://schemas.microsoft.com/office/drawing/2014/main" id="{26879019-2911-2F60-CC5B-25D1BE752B8D}"/>
                </a:ext>
              </a:extLst>
            </p:cNvPr>
            <p:cNvSpPr/>
            <p:nvPr userDrawn="1"/>
          </p:nvSpPr>
          <p:spPr>
            <a:xfrm rot="10800000">
              <a:off x="2029604" y="0"/>
              <a:ext cx="2029968" cy="784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black and white striped pattern&#10;&#10;Description automatically generated with low confidence">
              <a:extLst>
                <a:ext uri="{FF2B5EF4-FFF2-40B4-BE49-F238E27FC236}">
                  <a16:creationId xmlns:a16="http://schemas.microsoft.com/office/drawing/2014/main" id="{CD1CD1B2-7EBC-96B6-A02D-7972C278746E}"/>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rot="10800000">
              <a:off x="2035948" y="788197"/>
              <a:ext cx="2019299" cy="999451"/>
            </a:xfrm>
            <a:prstGeom prst="rect">
              <a:avLst/>
            </a:prstGeom>
          </p:spPr>
        </p:pic>
      </p:grpSp>
    </p:spTree>
    <p:extLst>
      <p:ext uri="{BB962C8B-B14F-4D97-AF65-F5344CB8AC3E}">
        <p14:creationId xmlns:p14="http://schemas.microsoft.com/office/powerpoint/2010/main" val="1506966382"/>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icture ">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544285"/>
            <a:ext cx="6594768" cy="3445329"/>
          </a:xfrm>
        </p:spPr>
        <p:txBody>
          <a:bodyPr anchor="b">
            <a:normAutofit/>
          </a:bodyPr>
          <a:lstStyle>
            <a:lvl1pPr algn="l">
              <a:defRPr sz="48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4829789" y="4130045"/>
            <a:ext cx="6594768" cy="1951523"/>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grpSp>
        <p:nvGrpSpPr>
          <p:cNvPr id="4" name="Group 3">
            <a:extLst>
              <a:ext uri="{FF2B5EF4-FFF2-40B4-BE49-F238E27FC236}">
                <a16:creationId xmlns:a16="http://schemas.microsoft.com/office/drawing/2014/main" id="{C2A24CB0-5164-75CE-ED27-EF876C19C655}"/>
              </a:ext>
              <a:ext uri="{C183D7F6-B498-43B3-948B-1728B52AA6E4}">
                <adec:decorative xmlns:adec="http://schemas.microsoft.com/office/drawing/2017/decorative" val="1"/>
              </a:ext>
            </a:extLst>
          </p:cNvPr>
          <p:cNvGrpSpPr/>
          <p:nvPr userDrawn="1"/>
        </p:nvGrpSpPr>
        <p:grpSpPr>
          <a:xfrm>
            <a:off x="0" y="2029167"/>
            <a:ext cx="4069439" cy="4828833"/>
            <a:chOff x="0" y="2029167"/>
            <a:chExt cx="4069439" cy="4828833"/>
          </a:xfrm>
        </p:grpSpPr>
        <p:sp>
          <p:nvSpPr>
            <p:cNvPr id="7" name="Rectangle 6">
              <a:extLst>
                <a:ext uri="{FF2B5EF4-FFF2-40B4-BE49-F238E27FC236}">
                  <a16:creationId xmlns:a16="http://schemas.microsoft.com/office/drawing/2014/main" id="{06F989FA-6E7A-3A98-AF95-F2384308BD32}"/>
                </a:ext>
              </a:extLst>
            </p:cNvPr>
            <p:cNvSpPr/>
            <p:nvPr userDrawn="1"/>
          </p:nvSpPr>
          <p:spPr>
            <a:xfrm flipH="1">
              <a:off x="9867" y="405160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a:off x="2039471" y="406189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a:off x="2038120" y="6083058"/>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0" y="2029167"/>
              <a:ext cx="2029968" cy="2029968"/>
            </a:xfrm>
            <a:prstGeom prst="rect">
              <a:avLst/>
            </a:prstGeom>
          </p:spPr>
        </p:pic>
        <p:grpSp>
          <p:nvGrpSpPr>
            <p:cNvPr id="19" name="Group 18">
              <a:extLst>
                <a:ext uri="{FF2B5EF4-FFF2-40B4-BE49-F238E27FC236}">
                  <a16:creationId xmlns:a16="http://schemas.microsoft.com/office/drawing/2014/main" id="{227BDAED-0D36-04AE-1A0C-E36977943C38}"/>
                </a:ext>
              </a:extLst>
            </p:cNvPr>
            <p:cNvGrpSpPr/>
            <p:nvPr userDrawn="1"/>
          </p:nvGrpSpPr>
          <p:grpSpPr>
            <a:xfrm>
              <a:off x="110109" y="4130046"/>
              <a:ext cx="1920240" cy="1920240"/>
              <a:chOff x="5361924" y="7472790"/>
              <a:chExt cx="1828800" cy="1828800"/>
            </a:xfrm>
          </p:grpSpPr>
          <p:grpSp>
            <p:nvGrpSpPr>
              <p:cNvPr id="20" name="Group 19">
                <a:extLst>
                  <a:ext uri="{FF2B5EF4-FFF2-40B4-BE49-F238E27FC236}">
                    <a16:creationId xmlns:a16="http://schemas.microsoft.com/office/drawing/2014/main" id="{DCF3798F-8E8C-7928-8347-8BC5B07B29F9}"/>
                  </a:ext>
                </a:extLst>
              </p:cNvPr>
              <p:cNvGrpSpPr/>
              <p:nvPr userDrawn="1"/>
            </p:nvGrpSpPr>
            <p:grpSpPr>
              <a:xfrm>
                <a:off x="5361924" y="7472790"/>
                <a:ext cx="1828800" cy="1828800"/>
                <a:chOff x="5361924" y="7472790"/>
                <a:chExt cx="1828800" cy="1828800"/>
              </a:xfrm>
            </p:grpSpPr>
            <p:grpSp>
              <p:nvGrpSpPr>
                <p:cNvPr id="22" name="Group 21">
                  <a:extLst>
                    <a:ext uri="{FF2B5EF4-FFF2-40B4-BE49-F238E27FC236}">
                      <a16:creationId xmlns:a16="http://schemas.microsoft.com/office/drawing/2014/main" id="{A488BF7D-B7D9-249A-4EC2-8A1F6311D1BD}"/>
                    </a:ext>
                  </a:extLst>
                </p:cNvPr>
                <p:cNvGrpSpPr/>
                <p:nvPr userDrawn="1"/>
              </p:nvGrpSpPr>
              <p:grpSpPr>
                <a:xfrm>
                  <a:off x="5361924" y="7472790"/>
                  <a:ext cx="1828800" cy="1828800"/>
                  <a:chOff x="5388428" y="7173291"/>
                  <a:chExt cx="1828800" cy="1828800"/>
                </a:xfrm>
              </p:grpSpPr>
              <p:grpSp>
                <p:nvGrpSpPr>
                  <p:cNvPr id="29" name="Group 28">
                    <a:extLst>
                      <a:ext uri="{FF2B5EF4-FFF2-40B4-BE49-F238E27FC236}">
                        <a16:creationId xmlns:a16="http://schemas.microsoft.com/office/drawing/2014/main" id="{C68EE8A4-53F3-EAAD-F43C-1F73C11BCE4C}"/>
                      </a:ext>
                    </a:extLst>
                  </p:cNvPr>
                  <p:cNvGrpSpPr/>
                  <p:nvPr userDrawn="1"/>
                </p:nvGrpSpPr>
                <p:grpSpPr>
                  <a:xfrm>
                    <a:off x="5388428" y="7173291"/>
                    <a:ext cx="1828800" cy="1828800"/>
                    <a:chOff x="5388428" y="7173291"/>
                    <a:chExt cx="1828800" cy="1828800"/>
                  </a:xfrm>
                </p:grpSpPr>
                <p:grpSp>
                  <p:nvGrpSpPr>
                    <p:cNvPr id="31" name="Group 30">
                      <a:extLst>
                        <a:ext uri="{FF2B5EF4-FFF2-40B4-BE49-F238E27FC236}">
                          <a16:creationId xmlns:a16="http://schemas.microsoft.com/office/drawing/2014/main" id="{806ABFB8-B814-19D4-3D47-A20F5AE8785F}"/>
                        </a:ext>
                      </a:extLst>
                    </p:cNvPr>
                    <p:cNvGrpSpPr/>
                    <p:nvPr userDrawn="1"/>
                  </p:nvGrpSpPr>
                  <p:grpSpPr>
                    <a:xfrm>
                      <a:off x="5388428" y="7173291"/>
                      <a:ext cx="1828800" cy="1828800"/>
                      <a:chOff x="5579044" y="7049770"/>
                      <a:chExt cx="1828800" cy="1828800"/>
                    </a:xfrm>
                  </p:grpSpPr>
                  <p:grpSp>
                    <p:nvGrpSpPr>
                      <p:cNvPr id="33" name="Group 32">
                        <a:extLst>
                          <a:ext uri="{FF2B5EF4-FFF2-40B4-BE49-F238E27FC236}">
                            <a16:creationId xmlns:a16="http://schemas.microsoft.com/office/drawing/2014/main" id="{992340A8-8A61-1791-D56D-37F56A662FEC}"/>
                          </a:ext>
                        </a:extLst>
                      </p:cNvPr>
                      <p:cNvGrpSpPr/>
                      <p:nvPr userDrawn="1"/>
                    </p:nvGrpSpPr>
                    <p:grpSpPr>
                      <a:xfrm>
                        <a:off x="5579044" y="7049770"/>
                        <a:ext cx="1828800" cy="1828800"/>
                        <a:chOff x="5579044" y="7049770"/>
                        <a:chExt cx="1828800" cy="1828800"/>
                      </a:xfrm>
                    </p:grpSpPr>
                    <p:grpSp>
                      <p:nvGrpSpPr>
                        <p:cNvPr id="35" name="Group 34">
                          <a:extLst>
                            <a:ext uri="{FF2B5EF4-FFF2-40B4-BE49-F238E27FC236}">
                              <a16:creationId xmlns:a16="http://schemas.microsoft.com/office/drawing/2014/main" id="{CD482B6F-4CF8-CEB3-7478-EB1A76DCF567}"/>
                            </a:ext>
                          </a:extLst>
                        </p:cNvPr>
                        <p:cNvGrpSpPr/>
                        <p:nvPr userDrawn="1"/>
                      </p:nvGrpSpPr>
                      <p:grpSpPr>
                        <a:xfrm>
                          <a:off x="5579044" y="7049770"/>
                          <a:ext cx="1828800" cy="1828800"/>
                          <a:chOff x="5579044" y="7049770"/>
                          <a:chExt cx="1828800" cy="1828800"/>
                        </a:xfrm>
                      </p:grpSpPr>
                      <p:grpSp>
                        <p:nvGrpSpPr>
                          <p:cNvPr id="37" name="Group 36">
                            <a:extLst>
                              <a:ext uri="{FF2B5EF4-FFF2-40B4-BE49-F238E27FC236}">
                                <a16:creationId xmlns:a16="http://schemas.microsoft.com/office/drawing/2014/main" id="{48DB94FE-59B9-2EAD-D619-84D732CEACD3}"/>
                              </a:ext>
                            </a:extLst>
                          </p:cNvPr>
                          <p:cNvGrpSpPr/>
                          <p:nvPr userDrawn="1"/>
                        </p:nvGrpSpPr>
                        <p:grpSpPr>
                          <a:xfrm>
                            <a:off x="5579044" y="7049770"/>
                            <a:ext cx="1828800" cy="1828800"/>
                            <a:chOff x="5579044" y="7049770"/>
                            <a:chExt cx="1828800" cy="1828800"/>
                          </a:xfrm>
                        </p:grpSpPr>
                        <p:sp>
                          <p:nvSpPr>
                            <p:cNvPr id="39" name="Oval 38">
                              <a:extLst>
                                <a:ext uri="{FF2B5EF4-FFF2-40B4-BE49-F238E27FC236}">
                                  <a16:creationId xmlns:a16="http://schemas.microsoft.com/office/drawing/2014/main" id="{E9EB6EED-2663-2442-C484-EF27395DCEB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0" name="Oval 39">
                              <a:extLst>
                                <a:ext uri="{FF2B5EF4-FFF2-40B4-BE49-F238E27FC236}">
                                  <a16:creationId xmlns:a16="http://schemas.microsoft.com/office/drawing/2014/main" id="{E5978766-DE51-5FF5-41BE-B1007C37165E}"/>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8" name="Oval 37">
                            <a:extLst>
                              <a:ext uri="{FF2B5EF4-FFF2-40B4-BE49-F238E27FC236}">
                                <a16:creationId xmlns:a16="http://schemas.microsoft.com/office/drawing/2014/main" id="{749B68DA-C119-6301-085A-2E7F3F7E3CB1}"/>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6" name="Oval 35">
                          <a:extLst>
                            <a:ext uri="{FF2B5EF4-FFF2-40B4-BE49-F238E27FC236}">
                              <a16:creationId xmlns:a16="http://schemas.microsoft.com/office/drawing/2014/main" id="{D753957E-F4A5-E4CA-B8B3-F6AE73F159F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4" name="Oval 33">
                        <a:extLst>
                          <a:ext uri="{FF2B5EF4-FFF2-40B4-BE49-F238E27FC236}">
                            <a16:creationId xmlns:a16="http://schemas.microsoft.com/office/drawing/2014/main" id="{3C4F46AE-42C2-9E3D-D294-F9297389D110}"/>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2" name="Oval 31">
                      <a:extLst>
                        <a:ext uri="{FF2B5EF4-FFF2-40B4-BE49-F238E27FC236}">
                          <a16:creationId xmlns:a16="http://schemas.microsoft.com/office/drawing/2014/main" id="{42376F25-4466-0F15-CD2F-B821AC9CCE5C}"/>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0" name="Oval 29">
                    <a:extLst>
                      <a:ext uri="{FF2B5EF4-FFF2-40B4-BE49-F238E27FC236}">
                        <a16:creationId xmlns:a16="http://schemas.microsoft.com/office/drawing/2014/main" id="{BBC988D2-4FFC-612A-DD91-A41B6194EF6C}"/>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4" name="Oval 23">
                  <a:extLst>
                    <a:ext uri="{FF2B5EF4-FFF2-40B4-BE49-F238E27FC236}">
                      <a16:creationId xmlns:a16="http://schemas.microsoft.com/office/drawing/2014/main" id="{53690E8A-1D3D-3D5D-932E-D2A2CFE5BDAB}"/>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5" name="Oval 24">
                  <a:extLst>
                    <a:ext uri="{FF2B5EF4-FFF2-40B4-BE49-F238E27FC236}">
                      <a16:creationId xmlns:a16="http://schemas.microsoft.com/office/drawing/2014/main" id="{1AE08D7C-4190-C00C-19F0-BEC1F608B97A}"/>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6" name="Oval 25">
                  <a:extLst>
                    <a:ext uri="{FF2B5EF4-FFF2-40B4-BE49-F238E27FC236}">
                      <a16:creationId xmlns:a16="http://schemas.microsoft.com/office/drawing/2014/main" id="{7B3E9873-3672-0001-60F1-6068B67A6DFE}"/>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7" name="Oval 26">
                  <a:extLst>
                    <a:ext uri="{FF2B5EF4-FFF2-40B4-BE49-F238E27FC236}">
                      <a16:creationId xmlns:a16="http://schemas.microsoft.com/office/drawing/2014/main" id="{4CD85BCE-3B9E-234C-4D1D-EC1A6A57D298}"/>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8" name="Oval 27">
                  <a:extLst>
                    <a:ext uri="{FF2B5EF4-FFF2-40B4-BE49-F238E27FC236}">
                      <a16:creationId xmlns:a16="http://schemas.microsoft.com/office/drawing/2014/main" id="{5CC66A2F-CBBE-220E-5ECB-528B8EE34F83}"/>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1" name="Oval 20">
                <a:extLst>
                  <a:ext uri="{FF2B5EF4-FFF2-40B4-BE49-F238E27FC236}">
                    <a16:creationId xmlns:a16="http://schemas.microsoft.com/office/drawing/2014/main" id="{B7B0A7FC-B497-31A6-1F93-414F96AF4C4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1" name="Rectangle 40">
              <a:extLst>
                <a:ext uri="{FF2B5EF4-FFF2-40B4-BE49-F238E27FC236}">
                  <a16:creationId xmlns:a16="http://schemas.microsoft.com/office/drawing/2014/main" id="{26879019-2911-2F60-CC5B-25D1BE752B8D}"/>
                </a:ext>
              </a:extLst>
            </p:cNvPr>
            <p:cNvSpPr/>
            <p:nvPr userDrawn="1"/>
          </p:nvSpPr>
          <p:spPr>
            <a:xfrm>
              <a:off x="9867" y="6073440"/>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Shape 41">
              <a:extLst>
                <a:ext uri="{FF2B5EF4-FFF2-40B4-BE49-F238E27FC236}">
                  <a16:creationId xmlns:a16="http://schemas.microsoft.com/office/drawing/2014/main" id="{8CCEA94B-F499-5FCA-D063-7FD71F10F95B}"/>
                </a:ext>
              </a:extLst>
            </p:cNvPr>
            <p:cNvSpPr/>
            <p:nvPr userDrawn="1"/>
          </p:nvSpPr>
          <p:spPr>
            <a:xfrm>
              <a:off x="9867" y="405160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a:off x="0" y="-1"/>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marL="0" indent="0" algn="ctr">
              <a:buNone/>
              <a:defRPr sz="2000">
                <a:solidFill>
                  <a:schemeClr val="bg1"/>
                </a:solidFill>
              </a:defRPr>
            </a:lvl1pPr>
          </a:lstStyle>
          <a:p>
            <a:r>
              <a:rPr lang="en-US" dirty="0"/>
              <a:t>Click icon to insert picture</a:t>
            </a:r>
          </a:p>
        </p:txBody>
      </p:sp>
    </p:spTree>
    <p:extLst>
      <p:ext uri="{BB962C8B-B14F-4D97-AF65-F5344CB8AC3E}">
        <p14:creationId xmlns:p14="http://schemas.microsoft.com/office/powerpoint/2010/main" val="17235676"/>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1" y="896112"/>
            <a:ext cx="6589150" cy="1988706"/>
          </a:xfrm>
        </p:spPr>
        <p:txBody>
          <a:bodyPr anchor="t" anchorCtr="0"/>
          <a:lstStyle>
            <a:lvl1pPr>
              <a:defRPr cap="all" baseline="0">
                <a:solidFill>
                  <a:schemeClr val="tx2"/>
                </a:solidFill>
              </a:defRPr>
            </a:lvl1pPr>
          </a:lstStyle>
          <a:p>
            <a:r>
              <a:rPr lang="en-US" dirty="0"/>
              <a:t>CLICK TO ADD TITLE</a:t>
            </a:r>
          </a:p>
        </p:txBody>
      </p:sp>
      <p:grpSp>
        <p:nvGrpSpPr>
          <p:cNvPr id="3" name="Group 2">
            <a:extLst>
              <a:ext uri="{FF2B5EF4-FFF2-40B4-BE49-F238E27FC236}">
                <a16:creationId xmlns:a16="http://schemas.microsoft.com/office/drawing/2014/main" id="{C8EF03D4-C3B7-918C-FF43-0A9C106ACA0F}"/>
              </a:ext>
              <a:ext uri="{C183D7F6-B498-43B3-948B-1728B52AA6E4}">
                <adec:decorative xmlns:adec="http://schemas.microsoft.com/office/drawing/2017/decorative" val="1"/>
              </a:ext>
            </a:extLst>
          </p:cNvPr>
          <p:cNvGrpSpPr/>
          <p:nvPr userDrawn="1"/>
        </p:nvGrpSpPr>
        <p:grpSpPr>
          <a:xfrm>
            <a:off x="8127476" y="-9144"/>
            <a:ext cx="4069095" cy="6867144"/>
            <a:chOff x="8127476" y="-9144"/>
            <a:chExt cx="4069095" cy="6867144"/>
          </a:xfrm>
        </p:grpSpPr>
        <p:sp>
          <p:nvSpPr>
            <p:cNvPr id="11" name="Rectangle 10">
              <a:extLst>
                <a:ext uri="{FF2B5EF4-FFF2-40B4-BE49-F238E27FC236}">
                  <a16:creationId xmlns:a16="http://schemas.microsoft.com/office/drawing/2014/main" id="{4FADCD25-4CC2-4A9A-B033-132F3DA6D2F5}"/>
                </a:ext>
              </a:extLst>
            </p:cNvPr>
            <p:cNvSpPr/>
            <p:nvPr userDrawn="1"/>
          </p:nvSpPr>
          <p:spPr>
            <a:xfrm>
              <a:off x="10162032" y="2014436"/>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23">
              <a:extLst>
                <a:ext uri="{FF2B5EF4-FFF2-40B4-BE49-F238E27FC236}">
                  <a16:creationId xmlns:a16="http://schemas.microsoft.com/office/drawing/2014/main" id="{D2F68DA8-1D58-42B0-A2C9-046E92884BC1}"/>
                </a:ext>
              </a:extLst>
            </p:cNvPr>
            <p:cNvSpPr/>
            <p:nvPr userDrawn="1"/>
          </p:nvSpPr>
          <p:spPr>
            <a:xfrm rot="5400000">
              <a:off x="10160492" y="202456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DB232A4-4F4E-48E9-9E61-BE51F716635C}"/>
                </a:ext>
              </a:extLst>
            </p:cNvPr>
            <p:cNvSpPr/>
            <p:nvPr userDrawn="1"/>
          </p:nvSpPr>
          <p:spPr>
            <a:xfrm>
              <a:off x="10162032" y="0"/>
              <a:ext cx="2029968"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4CB66576-218C-4236-B125-DD7B03A784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162032" y="0"/>
              <a:ext cx="2029968" cy="2029968"/>
            </a:xfrm>
            <a:prstGeom prst="rect">
              <a:avLst/>
            </a:prstGeom>
          </p:spPr>
        </p:pic>
        <p:sp>
          <p:nvSpPr>
            <p:cNvPr id="7" name="Rectangle 6">
              <a:extLst>
                <a:ext uri="{FF2B5EF4-FFF2-40B4-BE49-F238E27FC236}">
                  <a16:creationId xmlns:a16="http://schemas.microsoft.com/office/drawing/2014/main" id="{E557D1F3-8C55-47FE-B39A-86D30F8FFEA1}"/>
                </a:ext>
              </a:extLst>
            </p:cNvPr>
            <p:cNvSpPr/>
            <p:nvPr userDrawn="1"/>
          </p:nvSpPr>
          <p:spPr>
            <a:xfrm>
              <a:off x="8139364" y="-7084"/>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F4EB6F2E-2621-4EB5-A04D-906FD08CED87}"/>
                </a:ext>
              </a:extLst>
            </p:cNvPr>
            <p:cNvSpPr/>
            <p:nvPr userDrawn="1"/>
          </p:nvSpPr>
          <p:spPr>
            <a:xfrm flipH="1">
              <a:off x="8127476" y="4807776"/>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10160492" y="4041539"/>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descr="A black and white striped pattern&#10;&#10;Description automatically generated with low confidence">
              <a:extLst>
                <a:ext uri="{FF2B5EF4-FFF2-40B4-BE49-F238E27FC236}">
                  <a16:creationId xmlns:a16="http://schemas.microsoft.com/office/drawing/2014/main" id="{731DC170-FB16-45F8-B62C-DCAB2B9AC310}"/>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10177272" y="5079562"/>
              <a:ext cx="2019299" cy="999451"/>
            </a:xfrm>
            <a:prstGeom prst="rect">
              <a:avLst/>
            </a:prstGeom>
          </p:spPr>
        </p:pic>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0800000">
              <a:off x="8139640" y="-9144"/>
              <a:ext cx="2029968" cy="2029968"/>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10158984" y="6016751"/>
              <a:ext cx="2029968" cy="8412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31156" y="4828032"/>
              <a:ext cx="2029968" cy="2029968"/>
            </a:xfrm>
            <a:prstGeom prst="rect">
              <a:avLst/>
            </a:prstGeom>
          </p:spPr>
        </p:pic>
        <p:grpSp>
          <p:nvGrpSpPr>
            <p:cNvPr id="40" name="Group 39">
              <a:extLst>
                <a:ext uri="{FF2B5EF4-FFF2-40B4-BE49-F238E27FC236}">
                  <a16:creationId xmlns:a16="http://schemas.microsoft.com/office/drawing/2014/main" id="{3A847BA4-24DF-47BE-BE28-02415C2A2D3C}"/>
                </a:ext>
              </a:extLst>
            </p:cNvPr>
            <p:cNvGrpSpPr/>
            <p:nvPr userDrawn="1"/>
          </p:nvGrpSpPr>
          <p:grpSpPr>
            <a:xfrm>
              <a:off x="8227718" y="2092719"/>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8138160" y="4045868"/>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8138160" y="2029968"/>
              <a:ext cx="1014984" cy="201168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3" name="Straight Connector 62">
              <a:extLst>
                <a:ext uri="{FF2B5EF4-FFF2-40B4-BE49-F238E27FC236}">
                  <a16:creationId xmlns:a16="http://schemas.microsoft.com/office/drawing/2014/main" id="{B31C374B-40F2-4B1E-A9D8-6E5C932FF170}"/>
                </a:ext>
              </a:extLst>
            </p:cNvPr>
            <p:cNvCxnSpPr>
              <a:cxnSpLocks/>
            </p:cNvCxnSpPr>
            <p:nvPr userDrawn="1"/>
          </p:nvCxnSpPr>
          <p:spPr>
            <a:xfrm flipV="1">
              <a:off x="8138160" y="2012062"/>
              <a:ext cx="3044952"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11055096" y="1874902"/>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7" name="Date Placeholder 3">
            <a:extLst>
              <a:ext uri="{FF2B5EF4-FFF2-40B4-BE49-F238E27FC236}">
                <a16:creationId xmlns:a16="http://schemas.microsoft.com/office/drawing/2014/main" id="{56895315-7883-40AA-AB6E-E7F8B77E5BAC}"/>
              </a:ext>
            </a:extLst>
          </p:cNvPr>
          <p:cNvSpPr>
            <a:spLocks noGrp="1"/>
          </p:cNvSpPr>
          <p:nvPr>
            <p:ph type="dt" sz="half" idx="10"/>
          </p:nvPr>
        </p:nvSpPr>
        <p:spPr>
          <a:xfrm>
            <a:off x="761295" y="6355080"/>
            <a:ext cx="1097280" cy="365125"/>
          </a:xfrm>
        </p:spPr>
        <p:txBody>
          <a:bodyPr/>
          <a:lstStyle>
            <a:lvl1pPr>
              <a:defRPr>
                <a:solidFill>
                  <a:schemeClr val="bg1"/>
                </a:solidFill>
              </a:defRPr>
            </a:lvl1pPr>
          </a:lstStyle>
          <a:p>
            <a:r>
              <a:rPr lang="en-US"/>
              <a:t>12/11/2023</a:t>
            </a:r>
            <a:endParaRPr lang="en-US" dirty="0"/>
          </a:p>
        </p:txBody>
      </p:sp>
      <p:sp>
        <p:nvSpPr>
          <p:cNvPr id="68" name="Footer Placeholder 4">
            <a:extLst>
              <a:ext uri="{FF2B5EF4-FFF2-40B4-BE49-F238E27FC236}">
                <a16:creationId xmlns:a16="http://schemas.microsoft.com/office/drawing/2014/main" id="{0000A4E2-8200-4049-B783-2C99FBDBAEBD}"/>
              </a:ext>
            </a:extLst>
          </p:cNvPr>
          <p:cNvSpPr>
            <a:spLocks noGrp="1"/>
          </p:cNvSpPr>
          <p:nvPr>
            <p:ph type="ftr" sz="quarter" idx="11"/>
          </p:nvPr>
        </p:nvSpPr>
        <p:spPr>
          <a:xfrm>
            <a:off x="5499886" y="6355080"/>
            <a:ext cx="2286000" cy="365125"/>
          </a:xfrm>
        </p:spPr>
        <p:txBody>
          <a:bodyPr/>
          <a:lstStyle>
            <a:lvl1pPr>
              <a:defRPr>
                <a:solidFill>
                  <a:schemeClr val="bg1"/>
                </a:solidFill>
              </a:defRPr>
            </a:lvl1pPr>
          </a:lstStyle>
          <a:p>
            <a:r>
              <a:rPr lang="en-US"/>
              <a:t>Presentation title</a:t>
            </a:r>
            <a:endParaRPr lang="en-US" dirty="0"/>
          </a:p>
        </p:txBody>
      </p:sp>
      <p:sp>
        <p:nvSpPr>
          <p:cNvPr id="69" name="Slide Number Placeholder 5">
            <a:extLst>
              <a:ext uri="{FF2B5EF4-FFF2-40B4-BE49-F238E27FC236}">
                <a16:creationId xmlns:a16="http://schemas.microsoft.com/office/drawing/2014/main" id="{179E1CD1-EB8F-4E56-ADD5-06293A7A2EE8}"/>
              </a:ext>
            </a:extLst>
          </p:cNvPr>
          <p:cNvSpPr>
            <a:spLocks noGrp="1"/>
          </p:cNvSpPr>
          <p:nvPr>
            <p:ph type="sldNum" sz="quarter" idx="12"/>
          </p:nvPr>
        </p:nvSpPr>
        <p:spPr>
          <a:xfrm>
            <a:off x="11274091" y="635508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4" name="Content Placeholder 2">
            <a:extLst>
              <a:ext uri="{FF2B5EF4-FFF2-40B4-BE49-F238E27FC236}">
                <a16:creationId xmlns:a16="http://schemas.microsoft.com/office/drawing/2014/main" id="{3BB414F1-8F08-3A3B-45E3-9F44595164A1}"/>
              </a:ext>
            </a:extLst>
          </p:cNvPr>
          <p:cNvSpPr>
            <a:spLocks noGrp="1"/>
          </p:cNvSpPr>
          <p:nvPr>
            <p:ph sz="half" idx="14" hasCustomPrompt="1"/>
          </p:nvPr>
        </p:nvSpPr>
        <p:spPr>
          <a:xfrm>
            <a:off x="762001" y="3058886"/>
            <a:ext cx="6597372" cy="3296194"/>
          </a:xfrm>
        </p:spPr>
        <p:txBody>
          <a:bodyPr>
            <a:normAutofit/>
          </a:bodyPr>
          <a:lstStyle>
            <a:lvl1pPr marL="0" indent="0">
              <a:lnSpc>
                <a:spcPts val="2000"/>
              </a:lnSpc>
              <a:buFont typeface="Arial" panose="020B0604020202020204" pitchFamily="34" charset="0"/>
              <a:buNone/>
              <a:defRPr sz="1800">
                <a:solidFill>
                  <a:schemeClr val="bg1"/>
                </a:solidFill>
              </a:defRPr>
            </a:lvl1pPr>
            <a:lvl2pPr marL="457200">
              <a:lnSpc>
                <a:spcPts val="2000"/>
              </a:lnSpc>
              <a:defRPr sz="1800">
                <a:solidFill>
                  <a:schemeClr val="bg1"/>
                </a:solidFill>
              </a:defRPr>
            </a:lvl2pPr>
            <a:lvl3pPr marL="914400">
              <a:lnSpc>
                <a:spcPts val="2000"/>
              </a:lnSpc>
              <a:defRPr sz="1800">
                <a:solidFill>
                  <a:schemeClr val="bg1"/>
                </a:solidFill>
              </a:defRPr>
            </a:lvl3pPr>
            <a:lvl4pPr marL="1371600">
              <a:lnSpc>
                <a:spcPts val="2000"/>
              </a:lnSpc>
              <a:defRPr sz="1800">
                <a:solidFill>
                  <a:schemeClr val="bg1"/>
                </a:solidFill>
              </a:defRPr>
            </a:lvl4pPr>
            <a:lvl5pPr marL="1828800">
              <a:lnSpc>
                <a:spcPts val="2000"/>
              </a:lnSpc>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80696027"/>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guide id="4" pos="57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title">
    <p:bg>
      <p:bgPr>
        <a:solidFill>
          <a:schemeClr val="accent3"/>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F09F422-89F7-BDA7-7801-F364BA5D95A5}"/>
              </a:ext>
              <a:ext uri="{C183D7F6-B498-43B3-948B-1728B52AA6E4}">
                <adec:decorative xmlns:adec="http://schemas.microsoft.com/office/drawing/2017/decorative" val="1"/>
              </a:ext>
            </a:extLst>
          </p:cNvPr>
          <p:cNvGrpSpPr/>
          <p:nvPr userDrawn="1"/>
        </p:nvGrpSpPr>
        <p:grpSpPr>
          <a:xfrm>
            <a:off x="-3045" y="-4303"/>
            <a:ext cx="7252590" cy="6862680"/>
            <a:chOff x="-3045" y="-4303"/>
            <a:chExt cx="7252590" cy="6862680"/>
          </a:xfrm>
        </p:grpSpPr>
        <p:sp>
          <p:nvSpPr>
            <p:cNvPr id="34" name="Rectangle 33">
              <a:extLst>
                <a:ext uri="{FF2B5EF4-FFF2-40B4-BE49-F238E27FC236}">
                  <a16:creationId xmlns:a16="http://schemas.microsoft.com/office/drawing/2014/main" id="{D629CA98-D89C-4A69-9A55-8D6C17DCDDF0}"/>
                </a:ext>
              </a:extLst>
            </p:cNvPr>
            <p:cNvSpPr/>
            <p:nvPr userDrawn="1"/>
          </p:nvSpPr>
          <p:spPr>
            <a:xfrm>
              <a:off x="-1146" y="4775407"/>
              <a:ext cx="2029968" cy="207752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Graphic 27">
              <a:extLst>
                <a:ext uri="{FF2B5EF4-FFF2-40B4-BE49-F238E27FC236}">
                  <a16:creationId xmlns:a16="http://schemas.microsoft.com/office/drawing/2014/main" id="{12C5F573-21FC-4A6F-B46F-5583E20C994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3045" y="-4303"/>
              <a:ext cx="2029968" cy="2029968"/>
            </a:xfrm>
            <a:prstGeom prst="rect">
              <a:avLst/>
            </a:prstGeom>
          </p:spPr>
        </p:pic>
        <p:sp>
          <p:nvSpPr>
            <p:cNvPr id="39" name="Rectangle 38">
              <a:extLst>
                <a:ext uri="{FF2B5EF4-FFF2-40B4-BE49-F238E27FC236}">
                  <a16:creationId xmlns:a16="http://schemas.microsoft.com/office/drawing/2014/main" id="{EA65556A-38A5-4BA5-9A40-33F02F960B1E}"/>
                </a:ext>
              </a:extLst>
            </p:cNvPr>
            <p:cNvSpPr/>
            <p:nvPr userDrawn="1"/>
          </p:nvSpPr>
          <p:spPr>
            <a:xfrm>
              <a:off x="3757" y="2033993"/>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37900790-71B8-45C8-9B6D-07E23CEA7632}"/>
                </a:ext>
              </a:extLst>
            </p:cNvPr>
            <p:cNvSpPr/>
            <p:nvPr userDrawn="1"/>
          </p:nvSpPr>
          <p:spPr>
            <a:xfrm>
              <a:off x="-218" y="4059798"/>
              <a:ext cx="2029968" cy="75956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28AC969-4FA2-44AD-A273-2A0B7839749F}"/>
                </a:ext>
              </a:extLst>
            </p:cNvPr>
            <p:cNvSpPr/>
            <p:nvPr userDrawn="1"/>
          </p:nvSpPr>
          <p:spPr>
            <a:xfrm>
              <a:off x="4071442" y="4058828"/>
              <a:ext cx="3178103" cy="2799549"/>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aphic 10">
              <a:extLst>
                <a:ext uri="{FF2B5EF4-FFF2-40B4-BE49-F238E27FC236}">
                  <a16:creationId xmlns:a16="http://schemas.microsoft.com/office/drawing/2014/main" id="{91CB31D0-C621-4EF7-AE25-5C3BCD5882C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038053" y="2029625"/>
              <a:ext cx="2029878" cy="2023760"/>
            </a:xfrm>
            <a:prstGeom prst="rect">
              <a:avLst/>
            </a:prstGeom>
          </p:spPr>
        </p:pic>
        <p:pic>
          <p:nvPicPr>
            <p:cNvPr id="69" name="Graphic 68">
              <a:extLst>
                <a:ext uri="{FF2B5EF4-FFF2-40B4-BE49-F238E27FC236}">
                  <a16:creationId xmlns:a16="http://schemas.microsoft.com/office/drawing/2014/main" id="{B2CC2F02-F98F-4E69-AA01-CCF96A602E1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034034" y="4055808"/>
              <a:ext cx="2029968" cy="2029968"/>
            </a:xfrm>
            <a:prstGeom prst="rect">
              <a:avLst/>
            </a:prstGeom>
          </p:spPr>
        </p:pic>
        <p:sp>
          <p:nvSpPr>
            <p:cNvPr id="8" name="Rectangle 9">
              <a:extLst>
                <a:ext uri="{FF2B5EF4-FFF2-40B4-BE49-F238E27FC236}">
                  <a16:creationId xmlns:a16="http://schemas.microsoft.com/office/drawing/2014/main" id="{FE05B395-CB62-452B-A84F-936AD8EDDA92}"/>
                </a:ext>
              </a:extLst>
            </p:cNvPr>
            <p:cNvSpPr/>
            <p:nvPr userDrawn="1"/>
          </p:nvSpPr>
          <p:spPr>
            <a:xfrm>
              <a:off x="2028568" y="4060579"/>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3" name="Graphic 72">
              <a:extLst>
                <a:ext uri="{FF2B5EF4-FFF2-40B4-BE49-F238E27FC236}">
                  <a16:creationId xmlns:a16="http://schemas.microsoft.com/office/drawing/2014/main" id="{2622C30D-68C5-43FD-997F-CFD4DD72E164}"/>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rot="5400000">
              <a:off x="2043950" y="4059923"/>
              <a:ext cx="2029968" cy="2029968"/>
            </a:xfrm>
            <a:prstGeom prst="rect">
              <a:avLst/>
            </a:prstGeom>
          </p:spPr>
        </p:pic>
        <p:pic>
          <p:nvPicPr>
            <p:cNvPr id="35" name="Picture 34" descr="A black and white striped pattern&#10;&#10;Description automatically generated with low confidence">
              <a:extLst>
                <a:ext uri="{FF2B5EF4-FFF2-40B4-BE49-F238E27FC236}">
                  <a16:creationId xmlns:a16="http://schemas.microsoft.com/office/drawing/2014/main" id="{AC3CDBDC-6EB4-4B7D-A9F6-4CFA748349B5}"/>
                </a:ext>
              </a:extLst>
            </p:cNvPr>
            <p:cNvPicPr>
              <a:picLocks noChangeAspect="1"/>
            </p:cNvPicPr>
            <p:nvPr userDrawn="1"/>
          </p:nvPicPr>
          <p:blipFill>
            <a:blip r:embed="rId10" cstate="screen">
              <a:extLst>
                <a:ext uri="{28A0092B-C50C-407E-A947-70E740481C1C}">
                  <a14:useLocalDpi xmlns:a14="http://schemas.microsoft.com/office/drawing/2010/main" val="0"/>
                </a:ext>
              </a:extLst>
            </a:blip>
            <a:stretch>
              <a:fillRect/>
            </a:stretch>
          </p:blipFill>
          <p:spPr>
            <a:xfrm>
              <a:off x="1406" y="3062893"/>
              <a:ext cx="2019299" cy="999451"/>
            </a:xfrm>
            <a:prstGeom prst="rect">
              <a:avLst/>
            </a:prstGeom>
          </p:spPr>
        </p:pic>
        <p:grpSp>
          <p:nvGrpSpPr>
            <p:cNvPr id="162" name="Group 161">
              <a:extLst>
                <a:ext uri="{FF2B5EF4-FFF2-40B4-BE49-F238E27FC236}">
                  <a16:creationId xmlns:a16="http://schemas.microsoft.com/office/drawing/2014/main" id="{34457344-691C-417A-9C29-5AD8ABC43E5A}"/>
                </a:ext>
              </a:extLst>
            </p:cNvPr>
            <p:cNvGrpSpPr/>
            <p:nvPr userDrawn="1"/>
          </p:nvGrpSpPr>
          <p:grpSpPr>
            <a:xfrm>
              <a:off x="4433" y="4836676"/>
              <a:ext cx="1965960" cy="1965960"/>
              <a:chOff x="5361924" y="7472790"/>
              <a:chExt cx="1828800" cy="1828800"/>
            </a:xfrm>
          </p:grpSpPr>
          <p:grpSp>
            <p:nvGrpSpPr>
              <p:cNvPr id="163" name="Group 162">
                <a:extLst>
                  <a:ext uri="{FF2B5EF4-FFF2-40B4-BE49-F238E27FC236}">
                    <a16:creationId xmlns:a16="http://schemas.microsoft.com/office/drawing/2014/main" id="{68DDC918-5A9B-4D14-98A4-9002D8520FD4}"/>
                  </a:ext>
                </a:extLst>
              </p:cNvPr>
              <p:cNvGrpSpPr/>
              <p:nvPr userDrawn="1"/>
            </p:nvGrpSpPr>
            <p:grpSpPr>
              <a:xfrm>
                <a:off x="5361924" y="7472790"/>
                <a:ext cx="1828800" cy="1828800"/>
                <a:chOff x="5361924" y="7472790"/>
                <a:chExt cx="1828800" cy="1828800"/>
              </a:xfrm>
            </p:grpSpPr>
            <p:grpSp>
              <p:nvGrpSpPr>
                <p:cNvPr id="165" name="Group 164">
                  <a:extLst>
                    <a:ext uri="{FF2B5EF4-FFF2-40B4-BE49-F238E27FC236}">
                      <a16:creationId xmlns:a16="http://schemas.microsoft.com/office/drawing/2014/main" id="{2366D07F-988F-459E-BBD3-15126F92902E}"/>
                    </a:ext>
                  </a:extLst>
                </p:cNvPr>
                <p:cNvGrpSpPr/>
                <p:nvPr userDrawn="1"/>
              </p:nvGrpSpPr>
              <p:grpSpPr>
                <a:xfrm>
                  <a:off x="5361924" y="7472790"/>
                  <a:ext cx="1828800" cy="1828800"/>
                  <a:chOff x="5388428" y="7173291"/>
                  <a:chExt cx="1828800" cy="1828800"/>
                </a:xfrm>
              </p:grpSpPr>
              <p:grpSp>
                <p:nvGrpSpPr>
                  <p:cNvPr id="173" name="Group 172">
                    <a:extLst>
                      <a:ext uri="{FF2B5EF4-FFF2-40B4-BE49-F238E27FC236}">
                        <a16:creationId xmlns:a16="http://schemas.microsoft.com/office/drawing/2014/main" id="{6CCACE8C-699F-4B10-BA84-94167BA05CC5}"/>
                      </a:ext>
                    </a:extLst>
                  </p:cNvPr>
                  <p:cNvGrpSpPr/>
                  <p:nvPr userDrawn="1"/>
                </p:nvGrpSpPr>
                <p:grpSpPr>
                  <a:xfrm>
                    <a:off x="5388428" y="7173291"/>
                    <a:ext cx="1828800" cy="1828800"/>
                    <a:chOff x="5388428" y="7173291"/>
                    <a:chExt cx="1828800" cy="1828800"/>
                  </a:xfrm>
                </p:grpSpPr>
                <p:grpSp>
                  <p:nvGrpSpPr>
                    <p:cNvPr id="176" name="Group 175">
                      <a:extLst>
                        <a:ext uri="{FF2B5EF4-FFF2-40B4-BE49-F238E27FC236}">
                          <a16:creationId xmlns:a16="http://schemas.microsoft.com/office/drawing/2014/main" id="{59F49E32-0B71-4676-8012-BA971DA2100F}"/>
                        </a:ext>
                      </a:extLst>
                    </p:cNvPr>
                    <p:cNvGrpSpPr/>
                    <p:nvPr userDrawn="1"/>
                  </p:nvGrpSpPr>
                  <p:grpSpPr>
                    <a:xfrm>
                      <a:off x="5388428" y="7173291"/>
                      <a:ext cx="1828800" cy="1828800"/>
                      <a:chOff x="5579044" y="7049770"/>
                      <a:chExt cx="1828800" cy="1828800"/>
                    </a:xfrm>
                  </p:grpSpPr>
                  <p:grpSp>
                    <p:nvGrpSpPr>
                      <p:cNvPr id="178" name="Group 177">
                        <a:extLst>
                          <a:ext uri="{FF2B5EF4-FFF2-40B4-BE49-F238E27FC236}">
                            <a16:creationId xmlns:a16="http://schemas.microsoft.com/office/drawing/2014/main" id="{DF41FA5A-1504-4DC4-B514-00C377423E7C}"/>
                          </a:ext>
                        </a:extLst>
                      </p:cNvPr>
                      <p:cNvGrpSpPr/>
                      <p:nvPr userDrawn="1"/>
                    </p:nvGrpSpPr>
                    <p:grpSpPr>
                      <a:xfrm>
                        <a:off x="5579044" y="7049770"/>
                        <a:ext cx="1828800" cy="1828800"/>
                        <a:chOff x="5579044" y="7049770"/>
                        <a:chExt cx="1828800" cy="1828800"/>
                      </a:xfrm>
                    </p:grpSpPr>
                    <p:grpSp>
                      <p:nvGrpSpPr>
                        <p:cNvPr id="180" name="Group 179">
                          <a:extLst>
                            <a:ext uri="{FF2B5EF4-FFF2-40B4-BE49-F238E27FC236}">
                              <a16:creationId xmlns:a16="http://schemas.microsoft.com/office/drawing/2014/main" id="{68B4610A-A91F-459F-A9C5-9FC624665516}"/>
                            </a:ext>
                          </a:extLst>
                        </p:cNvPr>
                        <p:cNvGrpSpPr/>
                        <p:nvPr userDrawn="1"/>
                      </p:nvGrpSpPr>
                      <p:grpSpPr>
                        <a:xfrm>
                          <a:off x="5579044" y="7049770"/>
                          <a:ext cx="1828800" cy="1828800"/>
                          <a:chOff x="5579044" y="7049770"/>
                          <a:chExt cx="1828800" cy="1828800"/>
                        </a:xfrm>
                      </p:grpSpPr>
                      <p:grpSp>
                        <p:nvGrpSpPr>
                          <p:cNvPr id="182" name="Group 181">
                            <a:extLst>
                              <a:ext uri="{FF2B5EF4-FFF2-40B4-BE49-F238E27FC236}">
                                <a16:creationId xmlns:a16="http://schemas.microsoft.com/office/drawing/2014/main" id="{D794F6E3-A9E3-42A9-93AA-7B9E20AD922D}"/>
                              </a:ext>
                            </a:extLst>
                          </p:cNvPr>
                          <p:cNvGrpSpPr/>
                          <p:nvPr userDrawn="1"/>
                        </p:nvGrpSpPr>
                        <p:grpSpPr>
                          <a:xfrm>
                            <a:off x="5579044" y="7049770"/>
                            <a:ext cx="1828800" cy="1828800"/>
                            <a:chOff x="5579044" y="7049770"/>
                            <a:chExt cx="1828800" cy="1828800"/>
                          </a:xfrm>
                        </p:grpSpPr>
                        <p:sp>
                          <p:nvSpPr>
                            <p:cNvPr id="184" name="Oval 183">
                              <a:extLst>
                                <a:ext uri="{FF2B5EF4-FFF2-40B4-BE49-F238E27FC236}">
                                  <a16:creationId xmlns:a16="http://schemas.microsoft.com/office/drawing/2014/main" id="{90B634B0-4792-4A28-B92A-ACA35F177675}"/>
                                </a:ext>
                              </a:extLst>
                            </p:cNvPr>
                            <p:cNvSpPr/>
                            <p:nvPr userDrawn="1"/>
                          </p:nvSpPr>
                          <p:spPr>
                            <a:xfrm>
                              <a:off x="5579044" y="7049770"/>
                              <a:ext cx="1828800" cy="18288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85" name="Oval 184">
                              <a:extLst>
                                <a:ext uri="{FF2B5EF4-FFF2-40B4-BE49-F238E27FC236}">
                                  <a16:creationId xmlns:a16="http://schemas.microsoft.com/office/drawing/2014/main" id="{1B466310-2C61-42F1-81EB-2B5BF01B2267}"/>
                                </a:ext>
                              </a:extLst>
                            </p:cNvPr>
                            <p:cNvSpPr/>
                            <p:nvPr userDrawn="1"/>
                          </p:nvSpPr>
                          <p:spPr>
                            <a:xfrm>
                              <a:off x="5647624" y="7118350"/>
                              <a:ext cx="1691640" cy="16916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3" name="Oval 182">
                            <a:extLst>
                              <a:ext uri="{FF2B5EF4-FFF2-40B4-BE49-F238E27FC236}">
                                <a16:creationId xmlns:a16="http://schemas.microsoft.com/office/drawing/2014/main" id="{53A72A9A-79AE-4A89-8938-7A85E2248DE6}"/>
                              </a:ext>
                            </a:extLst>
                          </p:cNvPr>
                          <p:cNvSpPr/>
                          <p:nvPr userDrawn="1"/>
                        </p:nvSpPr>
                        <p:spPr>
                          <a:xfrm>
                            <a:off x="5716204" y="7186930"/>
                            <a:ext cx="1554480" cy="15544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1" name="Oval 180">
                          <a:extLst>
                            <a:ext uri="{FF2B5EF4-FFF2-40B4-BE49-F238E27FC236}">
                              <a16:creationId xmlns:a16="http://schemas.microsoft.com/office/drawing/2014/main" id="{02618DCD-5B83-4412-9D1A-968C246DCAC1}"/>
                            </a:ext>
                          </a:extLst>
                        </p:cNvPr>
                        <p:cNvSpPr/>
                        <p:nvPr userDrawn="1"/>
                      </p:nvSpPr>
                      <p:spPr>
                        <a:xfrm>
                          <a:off x="5784784" y="7255510"/>
                          <a:ext cx="1417320" cy="14173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9" name="Oval 178">
                        <a:extLst>
                          <a:ext uri="{FF2B5EF4-FFF2-40B4-BE49-F238E27FC236}">
                            <a16:creationId xmlns:a16="http://schemas.microsoft.com/office/drawing/2014/main" id="{29B173F9-A6EA-4B31-B4C6-3C8DE08F2F11}"/>
                          </a:ext>
                        </a:extLst>
                      </p:cNvPr>
                      <p:cNvSpPr/>
                      <p:nvPr userDrawn="1"/>
                    </p:nvSpPr>
                    <p:spPr>
                      <a:xfrm>
                        <a:off x="5853364" y="7324090"/>
                        <a:ext cx="1280160" cy="12801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7" name="Oval 176">
                      <a:extLst>
                        <a:ext uri="{FF2B5EF4-FFF2-40B4-BE49-F238E27FC236}">
                          <a16:creationId xmlns:a16="http://schemas.microsoft.com/office/drawing/2014/main" id="{466DB0E2-4B80-4A09-8BCA-9432E1E1DAE3}"/>
                        </a:ext>
                      </a:extLst>
                    </p:cNvPr>
                    <p:cNvSpPr/>
                    <p:nvPr userDrawn="1"/>
                  </p:nvSpPr>
                  <p:spPr>
                    <a:xfrm>
                      <a:off x="5731328" y="7516191"/>
                      <a:ext cx="1143000" cy="11430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4" name="Oval 173">
                    <a:extLst>
                      <a:ext uri="{FF2B5EF4-FFF2-40B4-BE49-F238E27FC236}">
                        <a16:creationId xmlns:a16="http://schemas.microsoft.com/office/drawing/2014/main" id="{20D2F087-D77F-4913-922E-014FB9DEE63E}"/>
                      </a:ext>
                    </a:extLst>
                  </p:cNvPr>
                  <p:cNvSpPr/>
                  <p:nvPr userDrawn="1"/>
                </p:nvSpPr>
                <p:spPr>
                  <a:xfrm>
                    <a:off x="5799908" y="7584771"/>
                    <a:ext cx="1005840" cy="10058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6" name="Oval 165">
                  <a:extLst>
                    <a:ext uri="{FF2B5EF4-FFF2-40B4-BE49-F238E27FC236}">
                      <a16:creationId xmlns:a16="http://schemas.microsoft.com/office/drawing/2014/main" id="{DD44EC19-A244-4489-9CB8-0361CFBFD02F}"/>
                    </a:ext>
                  </a:extLst>
                </p:cNvPr>
                <p:cNvSpPr/>
                <p:nvPr userDrawn="1"/>
              </p:nvSpPr>
              <p:spPr>
                <a:xfrm>
                  <a:off x="5841984" y="7952850"/>
                  <a:ext cx="868680" cy="8686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7" name="Oval 166">
                  <a:extLst>
                    <a:ext uri="{FF2B5EF4-FFF2-40B4-BE49-F238E27FC236}">
                      <a16:creationId xmlns:a16="http://schemas.microsoft.com/office/drawing/2014/main" id="{C5C029E7-6D6D-4D14-8D8E-E407011AF097}"/>
                    </a:ext>
                  </a:extLst>
                </p:cNvPr>
                <p:cNvSpPr/>
                <p:nvPr userDrawn="1"/>
              </p:nvSpPr>
              <p:spPr>
                <a:xfrm>
                  <a:off x="5910564" y="8021430"/>
                  <a:ext cx="731520" cy="7315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9" name="Oval 168">
                  <a:extLst>
                    <a:ext uri="{FF2B5EF4-FFF2-40B4-BE49-F238E27FC236}">
                      <a16:creationId xmlns:a16="http://schemas.microsoft.com/office/drawing/2014/main" id="{4A74D8A7-ACD3-40A3-918D-46DF99BF9F3E}"/>
                    </a:ext>
                  </a:extLst>
                </p:cNvPr>
                <p:cNvSpPr/>
                <p:nvPr userDrawn="1"/>
              </p:nvSpPr>
              <p:spPr>
                <a:xfrm>
                  <a:off x="5979144" y="8090010"/>
                  <a:ext cx="594360" cy="5943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1" name="Oval 170">
                  <a:extLst>
                    <a:ext uri="{FF2B5EF4-FFF2-40B4-BE49-F238E27FC236}">
                      <a16:creationId xmlns:a16="http://schemas.microsoft.com/office/drawing/2014/main" id="{9C994ED9-5124-452B-986B-4782056BCFB3}"/>
                    </a:ext>
                  </a:extLst>
                </p:cNvPr>
                <p:cNvSpPr/>
                <p:nvPr userDrawn="1"/>
              </p:nvSpPr>
              <p:spPr>
                <a:xfrm>
                  <a:off x="6047724" y="8158590"/>
                  <a:ext cx="457200" cy="4572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2" name="Oval 171">
                  <a:extLst>
                    <a:ext uri="{FF2B5EF4-FFF2-40B4-BE49-F238E27FC236}">
                      <a16:creationId xmlns:a16="http://schemas.microsoft.com/office/drawing/2014/main" id="{8ADCBFB4-9F0A-40FB-A585-2728254E0A7C}"/>
                    </a:ext>
                  </a:extLst>
                </p:cNvPr>
                <p:cNvSpPr/>
                <p:nvPr userDrawn="1"/>
              </p:nvSpPr>
              <p:spPr>
                <a:xfrm>
                  <a:off x="6116304" y="8227170"/>
                  <a:ext cx="320040" cy="3200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4" name="Oval 163">
                <a:extLst>
                  <a:ext uri="{FF2B5EF4-FFF2-40B4-BE49-F238E27FC236}">
                    <a16:creationId xmlns:a16="http://schemas.microsoft.com/office/drawing/2014/main" id="{42E049E2-81A6-45F8-BA9F-DEA21400B1AD}"/>
                  </a:ext>
                </a:extLst>
              </p:cNvPr>
              <p:cNvSpPr/>
              <p:nvPr userDrawn="1"/>
            </p:nvSpPr>
            <p:spPr>
              <a:xfrm>
                <a:off x="6184884" y="8295750"/>
                <a:ext cx="182880" cy="1828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7" name="Freeform: Shape 66">
              <a:extLst>
                <a:ext uri="{FF2B5EF4-FFF2-40B4-BE49-F238E27FC236}">
                  <a16:creationId xmlns:a16="http://schemas.microsoft.com/office/drawing/2014/main" id="{75F20D6C-6085-4D3F-9186-6895908C97B9}"/>
                </a:ext>
              </a:extLst>
            </p:cNvPr>
            <p:cNvSpPr/>
            <p:nvPr userDrawn="1"/>
          </p:nvSpPr>
          <p:spPr>
            <a:xfrm rot="16200000">
              <a:off x="506891" y="5335524"/>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1" name="Rectangle 70">
              <a:extLst>
                <a:ext uri="{FF2B5EF4-FFF2-40B4-BE49-F238E27FC236}">
                  <a16:creationId xmlns:a16="http://schemas.microsoft.com/office/drawing/2014/main" id="{BC56BE23-DE49-4D55-A6A0-DFE2A870120D}"/>
                </a:ext>
              </a:extLst>
            </p:cNvPr>
            <p:cNvSpPr/>
            <p:nvPr userDrawn="1"/>
          </p:nvSpPr>
          <p:spPr>
            <a:xfrm>
              <a:off x="2028658" y="6089528"/>
              <a:ext cx="2049251" cy="768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Oval 74">
              <a:extLst>
                <a:ext uri="{FF2B5EF4-FFF2-40B4-BE49-F238E27FC236}">
                  <a16:creationId xmlns:a16="http://schemas.microsoft.com/office/drawing/2014/main" id="{BCF3BD55-FF25-4CA9-8016-81AEB8AA43E8}"/>
                </a:ext>
              </a:extLst>
            </p:cNvPr>
            <p:cNvSpPr/>
            <p:nvPr userDrawn="1"/>
          </p:nvSpPr>
          <p:spPr>
            <a:xfrm>
              <a:off x="3838078" y="1859479"/>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7" name="Straight Connector 76">
              <a:extLst>
                <a:ext uri="{FF2B5EF4-FFF2-40B4-BE49-F238E27FC236}">
                  <a16:creationId xmlns:a16="http://schemas.microsoft.com/office/drawing/2014/main" id="{DE09EA6C-7AC2-47BE-95B8-4D3412867BA5}"/>
                </a:ext>
              </a:extLst>
            </p:cNvPr>
            <p:cNvCxnSpPr>
              <a:cxnSpLocks/>
            </p:cNvCxnSpPr>
            <p:nvPr userDrawn="1"/>
          </p:nvCxnSpPr>
          <p:spPr>
            <a:xfrm flipV="1">
              <a:off x="0" y="1990665"/>
              <a:ext cx="4023360" cy="33894"/>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974771" y="576943"/>
            <a:ext cx="6449786" cy="2785508"/>
          </a:xfrm>
        </p:spPr>
        <p:txBody>
          <a:bodyPr anchor="b">
            <a:normAutofit/>
          </a:bodyPr>
          <a:lstStyle>
            <a:lvl1pPr algn="l">
              <a:defRPr sz="48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EB00591F-8CE8-B626-C81A-6C960B2BAECA}"/>
              </a:ext>
            </a:extLst>
          </p:cNvPr>
          <p:cNvSpPr>
            <a:spLocks noGrp="1"/>
          </p:cNvSpPr>
          <p:nvPr>
            <p:ph type="subTitle" idx="1" hasCustomPrompt="1"/>
          </p:nvPr>
        </p:nvSpPr>
        <p:spPr>
          <a:xfrm>
            <a:off x="4974772" y="3373686"/>
            <a:ext cx="6449785" cy="1029586"/>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92" name="Date Placeholder 3">
            <a:extLst>
              <a:ext uri="{FF2B5EF4-FFF2-40B4-BE49-F238E27FC236}">
                <a16:creationId xmlns:a16="http://schemas.microsoft.com/office/drawing/2014/main" id="{2837477B-3D20-4982-86AF-91100FE408D3}"/>
              </a:ext>
            </a:extLst>
          </p:cNvPr>
          <p:cNvSpPr>
            <a:spLocks noGrp="1"/>
          </p:cNvSpPr>
          <p:nvPr>
            <p:ph type="dt" sz="half" idx="10"/>
          </p:nvPr>
        </p:nvSpPr>
        <p:spPr>
          <a:xfrm>
            <a:off x="7519821" y="6353175"/>
            <a:ext cx="1097280" cy="365125"/>
          </a:xfrm>
        </p:spPr>
        <p:txBody>
          <a:bodyPr/>
          <a:lstStyle>
            <a:lvl1pPr>
              <a:defRPr>
                <a:solidFill>
                  <a:schemeClr val="bg1"/>
                </a:solidFill>
              </a:defRPr>
            </a:lvl1pPr>
          </a:lstStyle>
          <a:p>
            <a:r>
              <a:rPr lang="en-US"/>
              <a:t>12/11/2023</a:t>
            </a:r>
            <a:endParaRPr lang="en-US" dirty="0"/>
          </a:p>
        </p:txBody>
      </p:sp>
      <p:sp>
        <p:nvSpPr>
          <p:cNvPr id="193" name="Footer Placeholder 4">
            <a:extLst>
              <a:ext uri="{FF2B5EF4-FFF2-40B4-BE49-F238E27FC236}">
                <a16:creationId xmlns:a16="http://schemas.microsoft.com/office/drawing/2014/main" id="{B6E38A1E-AF37-4A09-9B69-65397A079362}"/>
              </a:ext>
            </a:extLst>
          </p:cNvPr>
          <p:cNvSpPr>
            <a:spLocks noGrp="1"/>
          </p:cNvSpPr>
          <p:nvPr>
            <p:ph type="ftr" sz="quarter" idx="11"/>
          </p:nvPr>
        </p:nvSpPr>
        <p:spPr>
          <a:xfrm>
            <a:off x="8727198" y="6350000"/>
            <a:ext cx="2286000" cy="365125"/>
          </a:xfrm>
        </p:spPr>
        <p:txBody>
          <a:bodyPr/>
          <a:lstStyle>
            <a:lvl1pPr>
              <a:defRPr>
                <a:solidFill>
                  <a:schemeClr val="bg1"/>
                </a:solidFill>
              </a:defRPr>
            </a:lvl1pPr>
          </a:lstStyle>
          <a:p>
            <a:r>
              <a:rPr lang="en-US"/>
              <a:t>Presentation title</a:t>
            </a:r>
            <a:endParaRPr lang="en-US" dirty="0"/>
          </a:p>
        </p:txBody>
      </p:sp>
      <p:sp>
        <p:nvSpPr>
          <p:cNvPr id="194" name="Slide Number Placeholder 5">
            <a:extLst>
              <a:ext uri="{FF2B5EF4-FFF2-40B4-BE49-F238E27FC236}">
                <a16:creationId xmlns:a16="http://schemas.microsoft.com/office/drawing/2014/main" id="{FB77B535-C760-4E32-8A7E-BF9AD08BBC39}"/>
              </a:ext>
            </a:extLst>
          </p:cNvPr>
          <p:cNvSpPr>
            <a:spLocks noGrp="1"/>
          </p:cNvSpPr>
          <p:nvPr>
            <p:ph type="sldNum" sz="quarter" idx="12"/>
          </p:nvPr>
        </p:nvSpPr>
        <p:spPr>
          <a:xfrm>
            <a:off x="11123295" y="6352847"/>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64770521"/>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5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771736" y="896112"/>
            <a:ext cx="9389288" cy="1362456"/>
          </a:xfrm>
        </p:spPr>
        <p:txBody>
          <a:bodyPr anchor="t" anchorCtr="0"/>
          <a:lstStyle>
            <a:lvl1pPr>
              <a:defRPr cap="all" baseline="0">
                <a:solidFill>
                  <a:schemeClr val="accent1"/>
                </a:solidFill>
              </a:defRPr>
            </a:lvl1pPr>
          </a:lstStyle>
          <a:p>
            <a:r>
              <a:rPr lang="en-US" dirty="0"/>
              <a:t>CLICK TO ADD TITLE</a:t>
            </a:r>
          </a:p>
        </p:txBody>
      </p:sp>
      <p:grpSp>
        <p:nvGrpSpPr>
          <p:cNvPr id="5" name="Group 4">
            <a:extLst>
              <a:ext uri="{FF2B5EF4-FFF2-40B4-BE49-F238E27FC236}">
                <a16:creationId xmlns:a16="http://schemas.microsoft.com/office/drawing/2014/main" id="{E88DF45F-9FEA-47BE-AC15-52BE148E1814}"/>
              </a:ext>
              <a:ext uri="{C183D7F6-B498-43B3-948B-1728B52AA6E4}">
                <adec:decorative xmlns:adec="http://schemas.microsoft.com/office/drawing/2017/decorative" val="1"/>
              </a:ext>
            </a:extLst>
          </p:cNvPr>
          <p:cNvGrpSpPr/>
          <p:nvPr userDrawn="1"/>
        </p:nvGrpSpPr>
        <p:grpSpPr>
          <a:xfrm>
            <a:off x="11239499" y="0"/>
            <a:ext cx="1015984" cy="6858000"/>
            <a:chOff x="11239499" y="0"/>
            <a:chExt cx="1015984" cy="6858000"/>
          </a:xfrm>
        </p:grpSpPr>
        <p:sp>
          <p:nvSpPr>
            <p:cNvPr id="8" name="Rectangle 7">
              <a:extLst>
                <a:ext uri="{FF2B5EF4-FFF2-40B4-BE49-F238E27FC236}">
                  <a16:creationId xmlns:a16="http://schemas.microsoft.com/office/drawing/2014/main" id="{9C51E8B0-FB58-4BB5-9CDA-4A1B4DBC5E90}"/>
                </a:ext>
              </a:extLst>
            </p:cNvPr>
            <p:cNvSpPr/>
            <p:nvPr userDrawn="1"/>
          </p:nvSpPr>
          <p:spPr>
            <a:xfrm>
              <a:off x="11240499" y="4828032"/>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548A0B2-480B-4F04-B7B5-67A328B174D1}"/>
                </a:ext>
              </a:extLst>
            </p:cNvPr>
            <p:cNvSpPr/>
            <p:nvPr userDrawn="1"/>
          </p:nvSpPr>
          <p:spPr>
            <a:xfrm>
              <a:off x="11240499"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0A19E0-B2DF-4E35-AD7A-80B5C429C6C1}"/>
                </a:ext>
              </a:extLst>
            </p:cNvPr>
            <p:cNvSpPr/>
            <p:nvPr userDrawn="1"/>
          </p:nvSpPr>
          <p:spPr>
            <a:xfrm>
              <a:off x="11240499"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A black and white striped pattern&#10;&#10;Description automatically generated with low confidence">
              <a:extLst>
                <a:ext uri="{FF2B5EF4-FFF2-40B4-BE49-F238E27FC236}">
                  <a16:creationId xmlns:a16="http://schemas.microsoft.com/office/drawing/2014/main" id="{9C1C8F39-77F2-4753-A57A-2FD46715F2A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77681" y="552957"/>
              <a:ext cx="1828800" cy="905164"/>
            </a:xfrm>
            <a:prstGeom prst="rect">
              <a:avLst/>
            </a:prstGeom>
          </p:spPr>
        </p:pic>
        <p:sp>
          <p:nvSpPr>
            <p:cNvPr id="14" name="Rectangle 13">
              <a:extLst>
                <a:ext uri="{FF2B5EF4-FFF2-40B4-BE49-F238E27FC236}">
                  <a16:creationId xmlns:a16="http://schemas.microsoft.com/office/drawing/2014/main" id="{0A6AF7B2-2B49-4313-AA4E-3FD77CF46A04}"/>
                </a:ext>
              </a:extLst>
            </p:cNvPr>
            <p:cNvSpPr/>
            <p:nvPr userDrawn="1"/>
          </p:nvSpPr>
          <p:spPr>
            <a:xfrm>
              <a:off x="11240499"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Graphic 25">
              <a:extLst>
                <a:ext uri="{FF2B5EF4-FFF2-40B4-BE49-F238E27FC236}">
                  <a16:creationId xmlns:a16="http://schemas.microsoft.com/office/drawing/2014/main" id="{E9AA5A01-9E59-4C92-9634-32DB51F9182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6200000">
              <a:off x="10880040" y="5394960"/>
              <a:ext cx="1828800" cy="914400"/>
            </a:xfrm>
            <a:prstGeom prst="rect">
              <a:avLst/>
            </a:prstGeom>
          </p:spPr>
        </p:pic>
        <p:sp>
          <p:nvSpPr>
            <p:cNvPr id="16" name="Freeform: Shape 15">
              <a:extLst>
                <a:ext uri="{FF2B5EF4-FFF2-40B4-BE49-F238E27FC236}">
                  <a16:creationId xmlns:a16="http://schemas.microsoft.com/office/drawing/2014/main" id="{1D3A8643-F793-41FD-AA08-DC814719C40C}"/>
                </a:ext>
              </a:extLst>
            </p:cNvPr>
            <p:cNvSpPr/>
            <p:nvPr userDrawn="1"/>
          </p:nvSpPr>
          <p:spPr>
            <a:xfrm>
              <a:off x="11250235" y="4949368"/>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31" name="Graphic 30">
              <a:extLst>
                <a:ext uri="{FF2B5EF4-FFF2-40B4-BE49-F238E27FC236}">
                  <a16:creationId xmlns:a16="http://schemas.microsoft.com/office/drawing/2014/main" id="{F50D01F0-AD27-490F-8044-37B2D9E2332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5400000">
              <a:off x="10793035" y="3391083"/>
              <a:ext cx="1828800" cy="914400"/>
            </a:xfrm>
            <a:prstGeom prst="rect">
              <a:avLst/>
            </a:prstGeom>
          </p:spPr>
        </p:pic>
      </p:grpSp>
      <p:sp>
        <p:nvSpPr>
          <p:cNvPr id="32" name="Date Placeholder 3">
            <a:extLst>
              <a:ext uri="{FF2B5EF4-FFF2-40B4-BE49-F238E27FC236}">
                <a16:creationId xmlns:a16="http://schemas.microsoft.com/office/drawing/2014/main" id="{417A4AF6-C906-4001-BDD2-33E116318583}"/>
              </a:ext>
            </a:extLst>
          </p:cNvPr>
          <p:cNvSpPr>
            <a:spLocks noGrp="1"/>
          </p:cNvSpPr>
          <p:nvPr>
            <p:ph type="dt" sz="half" idx="10"/>
          </p:nvPr>
        </p:nvSpPr>
        <p:spPr>
          <a:xfrm>
            <a:off x="771735" y="6353175"/>
            <a:ext cx="1097280" cy="365125"/>
          </a:xfrm>
        </p:spPr>
        <p:txBody>
          <a:bodyPr/>
          <a:lstStyle>
            <a:lvl1pPr>
              <a:defRPr>
                <a:solidFill>
                  <a:schemeClr val="tx1">
                    <a:lumMod val="75000"/>
                    <a:lumOff val="25000"/>
                  </a:schemeClr>
                </a:solidFill>
              </a:defRPr>
            </a:lvl1pPr>
          </a:lstStyle>
          <a:p>
            <a:r>
              <a:rPr lang="en-US"/>
              <a:t>12/11/2023</a:t>
            </a:r>
            <a:endParaRPr lang="en-US" dirty="0"/>
          </a:p>
        </p:txBody>
      </p:sp>
      <p:sp>
        <p:nvSpPr>
          <p:cNvPr id="33" name="Footer Placeholder 4">
            <a:extLst>
              <a:ext uri="{FF2B5EF4-FFF2-40B4-BE49-F238E27FC236}">
                <a16:creationId xmlns:a16="http://schemas.microsoft.com/office/drawing/2014/main" id="{5D94E674-98A0-4C77-80E5-084E3946B242}"/>
              </a:ext>
            </a:extLst>
          </p:cNvPr>
          <p:cNvSpPr>
            <a:spLocks noGrp="1"/>
          </p:cNvSpPr>
          <p:nvPr>
            <p:ph type="ftr" sz="quarter" idx="11"/>
          </p:nvPr>
        </p:nvSpPr>
        <p:spPr>
          <a:xfrm>
            <a:off x="5424487" y="6350000"/>
            <a:ext cx="2286000" cy="365125"/>
          </a:xfrm>
        </p:spPr>
        <p:txBody>
          <a:bodyPr/>
          <a:lstStyle>
            <a:lvl1pPr>
              <a:defRPr>
                <a:solidFill>
                  <a:schemeClr val="tx1">
                    <a:lumMod val="75000"/>
                    <a:lumOff val="25000"/>
                  </a:schemeClr>
                </a:solidFill>
              </a:defRPr>
            </a:lvl1pPr>
          </a:lstStyle>
          <a:p>
            <a:r>
              <a:rPr lang="en-US"/>
              <a:t>Presentation title</a:t>
            </a:r>
            <a:endParaRPr lang="en-US" dirty="0"/>
          </a:p>
        </p:txBody>
      </p:sp>
      <p:sp>
        <p:nvSpPr>
          <p:cNvPr id="34" name="Slide Number Placeholder 5">
            <a:extLst>
              <a:ext uri="{FF2B5EF4-FFF2-40B4-BE49-F238E27FC236}">
                <a16:creationId xmlns:a16="http://schemas.microsoft.com/office/drawing/2014/main" id="{36214990-C58C-4D62-9381-40A242460690}"/>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6" name="Content Placeholder 2">
            <a:extLst>
              <a:ext uri="{FF2B5EF4-FFF2-40B4-BE49-F238E27FC236}">
                <a16:creationId xmlns:a16="http://schemas.microsoft.com/office/drawing/2014/main" id="{B135D7B7-20E9-ADCF-4417-B443AF3112FC}"/>
              </a:ext>
            </a:extLst>
          </p:cNvPr>
          <p:cNvSpPr>
            <a:spLocks noGrp="1"/>
          </p:cNvSpPr>
          <p:nvPr>
            <p:ph sz="half" idx="14" hasCustomPrompt="1"/>
          </p:nvPr>
        </p:nvSpPr>
        <p:spPr>
          <a:xfrm>
            <a:off x="771734"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5D4468C5-0B68-8408-80C5-F8681CA98918}"/>
              </a:ext>
            </a:extLst>
          </p:cNvPr>
          <p:cNvSpPr>
            <a:spLocks noGrp="1"/>
          </p:cNvSpPr>
          <p:nvPr>
            <p:ph sz="half" idx="15" hasCustomPrompt="1"/>
          </p:nvPr>
        </p:nvSpPr>
        <p:spPr>
          <a:xfrm>
            <a:off x="5645989"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88813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accent6">
            <a:lumMod val="60000"/>
            <a:lumOff val="40000"/>
          </a:schemeClr>
        </a:solidFill>
        <a:effectLst/>
      </p:bgPr>
    </p:bg>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E1BC9BFE-80C0-4DA9-92DB-070C41E412B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8097646">
            <a:off x="403102" y="-983359"/>
            <a:ext cx="2029968" cy="2029968"/>
          </a:xfrm>
          <a:prstGeom prst="rect">
            <a:avLst/>
          </a:prstGeom>
        </p:spPr>
      </p:pic>
      <p:sp>
        <p:nvSpPr>
          <p:cNvPr id="8" name="Rectangle 23">
            <a:extLst>
              <a:ext uri="{FF2B5EF4-FFF2-40B4-BE49-F238E27FC236}">
                <a16:creationId xmlns:a16="http://schemas.microsoft.com/office/drawing/2014/main" id="{F5ED01E4-35BF-4165-86B2-E3BDFD91DEE3}"/>
              </a:ext>
              <a:ext uri="{C183D7F6-B498-43B3-948B-1728B52AA6E4}">
                <adec:decorative xmlns:adec="http://schemas.microsoft.com/office/drawing/2017/decorative" val="1"/>
              </a:ext>
            </a:extLst>
          </p:cNvPr>
          <p:cNvSpPr/>
          <p:nvPr userDrawn="1"/>
        </p:nvSpPr>
        <p:spPr>
          <a:xfrm rot="13508190">
            <a:off x="-1025089"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B7E6DD28-C71B-4484-973A-D12A2773000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8902533">
            <a:off x="407892" y="1900474"/>
            <a:ext cx="2029968" cy="2029968"/>
          </a:xfrm>
          <a:prstGeom prst="rect">
            <a:avLst/>
          </a:prstGeom>
        </p:spPr>
      </p:pic>
      <p:sp>
        <p:nvSpPr>
          <p:cNvPr id="11" name="Rectangle 23">
            <a:extLst>
              <a:ext uri="{FF2B5EF4-FFF2-40B4-BE49-F238E27FC236}">
                <a16:creationId xmlns:a16="http://schemas.microsoft.com/office/drawing/2014/main" id="{AB403917-256D-4254-A12F-F8BD19470C42}"/>
              </a:ext>
              <a:ext uri="{C183D7F6-B498-43B3-948B-1728B52AA6E4}">
                <adec:decorative xmlns:adec="http://schemas.microsoft.com/office/drawing/2017/decorative" val="1"/>
              </a:ext>
            </a:extLst>
          </p:cNvPr>
          <p:cNvSpPr/>
          <p:nvPr userDrawn="1"/>
        </p:nvSpPr>
        <p:spPr>
          <a:xfrm rot="18900000">
            <a:off x="413443"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EB06A536-5FCB-4761-9EFF-D54BE44B1FD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8786">
            <a:off x="-1021285" y="3355869"/>
            <a:ext cx="2029968" cy="2029968"/>
          </a:xfrm>
          <a:prstGeom prst="rect">
            <a:avLst/>
          </a:prstGeom>
        </p:spPr>
      </p:pic>
      <p:pic>
        <p:nvPicPr>
          <p:cNvPr id="13" name="Graphic 12">
            <a:extLst>
              <a:ext uri="{FF2B5EF4-FFF2-40B4-BE49-F238E27FC236}">
                <a16:creationId xmlns:a16="http://schemas.microsoft.com/office/drawing/2014/main" id="{3B73C61F-3D48-4791-8280-D98D2C01E0C1}"/>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rot="13489227">
            <a:off x="1859807" y="3357927"/>
            <a:ext cx="2029968" cy="2029968"/>
          </a:xfrm>
          <a:prstGeom prst="rect">
            <a:avLst/>
          </a:prstGeom>
        </p:spPr>
      </p:pic>
      <p:grpSp>
        <p:nvGrpSpPr>
          <p:cNvPr id="21" name="Group 20">
            <a:extLst>
              <a:ext uri="{FF2B5EF4-FFF2-40B4-BE49-F238E27FC236}">
                <a16:creationId xmlns:a16="http://schemas.microsoft.com/office/drawing/2014/main" id="{94213EEF-F759-4045-9F53-49C1B4ECED53}"/>
              </a:ext>
              <a:ext uri="{C183D7F6-B498-43B3-948B-1728B52AA6E4}">
                <adec:decorative xmlns:adec="http://schemas.microsoft.com/office/drawing/2017/decorative" val="1"/>
              </a:ext>
            </a:extLst>
          </p:cNvPr>
          <p:cNvGrpSpPr/>
          <p:nvPr userDrawn="1"/>
        </p:nvGrpSpPr>
        <p:grpSpPr>
          <a:xfrm>
            <a:off x="-7411" y="5806395"/>
            <a:ext cx="2870810" cy="1000774"/>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01" name="Freeform: Shape 100">
            <a:extLst>
              <a:ext uri="{FF2B5EF4-FFF2-40B4-BE49-F238E27FC236}">
                <a16:creationId xmlns:a16="http://schemas.microsoft.com/office/drawing/2014/main" id="{788A3CD7-1915-41CF-9FB5-E6FEDCA8F19C}"/>
              </a:ext>
              <a:ext uri="{C183D7F6-B498-43B3-948B-1728B52AA6E4}">
                <adec:decorative xmlns:adec="http://schemas.microsoft.com/office/drawing/2017/decorative" val="1"/>
              </a:ext>
            </a:extLst>
          </p:cNvPr>
          <p:cNvSpPr/>
          <p:nvPr userDrawn="1"/>
        </p:nvSpPr>
        <p:spPr>
          <a:xfrm>
            <a:off x="1793659"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3" name="Freeform: Shape 162">
            <a:extLst>
              <a:ext uri="{FF2B5EF4-FFF2-40B4-BE49-F238E27FC236}">
                <a16:creationId xmlns:a16="http://schemas.microsoft.com/office/drawing/2014/main" id="{FEE07693-1822-40D4-88A4-0F663C787D7E}"/>
              </a:ext>
              <a:ext uri="{C183D7F6-B498-43B3-948B-1728B52AA6E4}">
                <adec:decorative xmlns:adec="http://schemas.microsoft.com/office/drawing/2017/decorative" val="1"/>
              </a:ext>
            </a:extLst>
          </p:cNvPr>
          <p:cNvSpPr/>
          <p:nvPr userDrawn="1"/>
        </p:nvSpPr>
        <p:spPr>
          <a:xfrm>
            <a:off x="1035546"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1">
            <a:extLst>
              <a:ext uri="{FF2B5EF4-FFF2-40B4-BE49-F238E27FC236}">
                <a16:creationId xmlns:a16="http://schemas.microsoft.com/office/drawing/2014/main" id="{C8142DAF-BE54-C239-5685-89D55E027E4E}"/>
              </a:ext>
            </a:extLst>
          </p:cNvPr>
          <p:cNvSpPr>
            <a:spLocks noGrp="1"/>
          </p:cNvSpPr>
          <p:nvPr>
            <p:ph type="title" hasCustomPrompt="1"/>
          </p:nvPr>
        </p:nvSpPr>
        <p:spPr>
          <a:xfrm>
            <a:off x="3520440" y="896111"/>
            <a:ext cx="7889768" cy="2039341"/>
          </a:xfrm>
        </p:spPr>
        <p:txBody>
          <a:bodyPr anchor="t" anchorCtr="0"/>
          <a:lstStyle>
            <a:lvl1pPr>
              <a:defRPr cap="all" baseline="0">
                <a:solidFill>
                  <a:schemeClr val="accent1"/>
                </a:solidFill>
              </a:defRPr>
            </a:lvl1pPr>
          </a:lstStyle>
          <a:p>
            <a:r>
              <a:rPr lang="en-US" dirty="0"/>
              <a:t>CLICK TO ADD TITLE</a:t>
            </a:r>
          </a:p>
        </p:txBody>
      </p:sp>
      <p:sp>
        <p:nvSpPr>
          <p:cNvPr id="10" name="Content Placeholder 2">
            <a:extLst>
              <a:ext uri="{FF2B5EF4-FFF2-40B4-BE49-F238E27FC236}">
                <a16:creationId xmlns:a16="http://schemas.microsoft.com/office/drawing/2014/main" id="{5A2EBD71-EB16-773C-A6CB-C6E1259AE70B}"/>
              </a:ext>
            </a:extLst>
          </p:cNvPr>
          <p:cNvSpPr>
            <a:spLocks noGrp="1"/>
          </p:cNvSpPr>
          <p:nvPr>
            <p:ph sz="half" idx="14" hasCustomPrompt="1"/>
          </p:nvPr>
        </p:nvSpPr>
        <p:spPr>
          <a:xfrm>
            <a:off x="3520440" y="3259056"/>
            <a:ext cx="2994660" cy="3006531"/>
          </a:xfrm>
        </p:spPr>
        <p:txBody>
          <a:bodyPr>
            <a:normAutofit/>
          </a:bodyPr>
          <a:lstStyle>
            <a:lvl1pPr marL="285750" indent="-285750">
              <a:lnSpc>
                <a:spcPts val="2000"/>
              </a:lnSpc>
              <a:buFont typeface="Arial" panose="020B0604020202020204" pitchFamily="34" charset="0"/>
              <a:buChar char="•"/>
              <a:defRPr sz="1800"/>
            </a:lvl1pPr>
            <a:lvl2pPr>
              <a:lnSpc>
                <a:spcPts val="2000"/>
              </a:lnSpc>
              <a:defRPr sz="1800"/>
            </a:lvl2pPr>
            <a:lvl3pPr>
              <a:lnSpc>
                <a:spcPts val="2000"/>
              </a:lnSpc>
              <a:defRPr sz="1800"/>
            </a:lvl3pPr>
            <a:lvl4pPr>
              <a:lnSpc>
                <a:spcPts val="2000"/>
              </a:lnSpc>
              <a:defRPr sz="1800"/>
            </a:lvl4pPr>
            <a:lvl5pPr>
              <a:lnSpc>
                <a:spcPts val="2000"/>
              </a:lnSpc>
              <a:defRPr sz="1800"/>
            </a:lvl5pPr>
          </a:lstStyle>
          <a:p>
            <a:pPr lvl="0"/>
            <a:r>
              <a:rPr lang="en-US" dirty="0"/>
              <a:t>Click to add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56944BE1-9937-7EA2-AA56-336B8D5CAADA}"/>
              </a:ext>
            </a:extLst>
          </p:cNvPr>
          <p:cNvSpPr>
            <a:spLocks noGrp="1"/>
          </p:cNvSpPr>
          <p:nvPr>
            <p:ph sz="half" idx="1" hasCustomPrompt="1"/>
          </p:nvPr>
        </p:nvSpPr>
        <p:spPr>
          <a:xfrm>
            <a:off x="6826432" y="3253740"/>
            <a:ext cx="4580088" cy="3006531"/>
          </a:xfrm>
        </p:spPr>
        <p:txBody>
          <a:bodyPr>
            <a:normAutofit/>
          </a:bodyPr>
          <a:lstStyle>
            <a:lvl1pPr marL="0" indent="0">
              <a:lnSpc>
                <a:spcPts val="2000"/>
              </a:lnSpc>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9" name="Date Placeholder 3">
            <a:extLst>
              <a:ext uri="{FF2B5EF4-FFF2-40B4-BE49-F238E27FC236}">
                <a16:creationId xmlns:a16="http://schemas.microsoft.com/office/drawing/2014/main" id="{5A56B3AA-5CA2-4004-8F95-11FD7B895DAE}"/>
              </a:ext>
            </a:extLst>
          </p:cNvPr>
          <p:cNvSpPr>
            <a:spLocks noGrp="1"/>
          </p:cNvSpPr>
          <p:nvPr>
            <p:ph type="dt" sz="half" idx="10"/>
          </p:nvPr>
        </p:nvSpPr>
        <p:spPr>
          <a:xfrm>
            <a:off x="3523723" y="6353175"/>
            <a:ext cx="1097280" cy="365125"/>
          </a:xfrm>
        </p:spPr>
        <p:txBody>
          <a:bodyPr/>
          <a:lstStyle>
            <a:lvl1pPr>
              <a:defRPr>
                <a:solidFill>
                  <a:schemeClr val="tx1">
                    <a:lumMod val="75000"/>
                    <a:lumOff val="25000"/>
                  </a:schemeClr>
                </a:solidFill>
              </a:defRPr>
            </a:lvl1pPr>
          </a:lstStyle>
          <a:p>
            <a:r>
              <a:rPr lang="en-US"/>
              <a:t>12/11/2023</a:t>
            </a:r>
            <a:endParaRPr lang="en-US" dirty="0"/>
          </a:p>
        </p:txBody>
      </p:sp>
      <p:sp>
        <p:nvSpPr>
          <p:cNvPr id="210" name="Footer Placeholder 4">
            <a:extLst>
              <a:ext uri="{FF2B5EF4-FFF2-40B4-BE49-F238E27FC236}">
                <a16:creationId xmlns:a16="http://schemas.microsoft.com/office/drawing/2014/main" id="{07D92F37-472D-4CCB-AA97-FA42E56079C7}"/>
              </a:ext>
            </a:extLst>
          </p:cNvPr>
          <p:cNvSpPr>
            <a:spLocks noGrp="1"/>
          </p:cNvSpPr>
          <p:nvPr>
            <p:ph type="ftr" sz="quarter" idx="11"/>
          </p:nvPr>
        </p:nvSpPr>
        <p:spPr>
          <a:xfrm>
            <a:off x="6642161" y="6350000"/>
            <a:ext cx="2286000" cy="365125"/>
          </a:xfrm>
        </p:spPr>
        <p:txBody>
          <a:bodyPr/>
          <a:lstStyle>
            <a:lvl1pPr>
              <a:defRPr>
                <a:solidFill>
                  <a:schemeClr val="tx1">
                    <a:lumMod val="75000"/>
                    <a:lumOff val="25000"/>
                  </a:schemeClr>
                </a:solidFill>
              </a:defRPr>
            </a:lvl1pPr>
          </a:lstStyle>
          <a:p>
            <a:r>
              <a:rPr lang="en-US"/>
              <a:t>Presentation title</a:t>
            </a:r>
            <a:endParaRPr lang="en-US" dirty="0"/>
          </a:p>
        </p:txBody>
      </p:sp>
      <p:sp>
        <p:nvSpPr>
          <p:cNvPr id="211" name="Slide Number Placeholder 5">
            <a:extLst>
              <a:ext uri="{FF2B5EF4-FFF2-40B4-BE49-F238E27FC236}">
                <a16:creationId xmlns:a16="http://schemas.microsoft.com/office/drawing/2014/main" id="{C0E89FFF-230F-4CBA-A6BC-D887B3FFA51F}"/>
              </a:ext>
            </a:extLst>
          </p:cNvPr>
          <p:cNvSpPr>
            <a:spLocks noGrp="1"/>
          </p:cNvSpPr>
          <p:nvPr>
            <p:ph type="sldNum" sz="quarter" idx="12"/>
          </p:nvPr>
        </p:nvSpPr>
        <p:spPr>
          <a:xfrm>
            <a:off x="10949320"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921514593"/>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Pictur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3807877" y="898524"/>
            <a:ext cx="7606895" cy="2029967"/>
          </a:xfrm>
        </p:spPr>
        <p:txBody>
          <a:bodyPr anchor="t" anchorCtr="0"/>
          <a:lstStyle>
            <a:lvl1pPr>
              <a:defRPr cap="all" baseline="0">
                <a:solidFill>
                  <a:schemeClr val="tx2"/>
                </a:solidFill>
              </a:defRPr>
            </a:lvl1pPr>
          </a:lstStyle>
          <a:p>
            <a:r>
              <a:rPr lang="en-US" dirty="0"/>
              <a:t>CLICK TO ADD TITLE</a:t>
            </a:r>
          </a:p>
        </p:txBody>
      </p:sp>
      <p:sp>
        <p:nvSpPr>
          <p:cNvPr id="27" name="Picture Placeholder 26">
            <a:extLst>
              <a:ext uri="{FF2B5EF4-FFF2-40B4-BE49-F238E27FC236}">
                <a16:creationId xmlns:a16="http://schemas.microsoft.com/office/drawing/2014/main" id="{01CF25F4-1889-5FE4-9BE0-413C509639DC}"/>
              </a:ext>
            </a:extLst>
          </p:cNvPr>
          <p:cNvSpPr>
            <a:spLocks noGrp="1"/>
          </p:cNvSpPr>
          <p:nvPr>
            <p:ph type="pic" sz="quarter" idx="15" hasCustomPrompt="1"/>
          </p:nvPr>
        </p:nvSpPr>
        <p:spPr>
          <a:xfrm>
            <a:off x="1011337" y="9212"/>
            <a:ext cx="2029967" cy="4850544"/>
          </a:xfrm>
          <a:custGeom>
            <a:avLst/>
            <a:gdLst>
              <a:gd name="connsiteX0" fmla="*/ 0 w 2029967"/>
              <a:gd name="connsiteY0" fmla="*/ 0 h 4850544"/>
              <a:gd name="connsiteX1" fmla="*/ 2029967 w 2029967"/>
              <a:gd name="connsiteY1" fmla="*/ 0 h 4850544"/>
              <a:gd name="connsiteX2" fmla="*/ 2029967 w 2029967"/>
              <a:gd name="connsiteY2" fmla="*/ 4850544 h 4850544"/>
              <a:gd name="connsiteX3" fmla="*/ 2025599 w 2029967"/>
              <a:gd name="connsiteY3" fmla="*/ 4850544 h 4850544"/>
              <a:gd name="connsiteX4" fmla="*/ 2 w 2029967"/>
              <a:gd name="connsiteY4" fmla="*/ 2824947 h 4850544"/>
              <a:gd name="connsiteX5" fmla="*/ 2 w 2029967"/>
              <a:gd name="connsiteY5" fmla="*/ 4850544 h 4850544"/>
              <a:gd name="connsiteX6" fmla="*/ 0 w 2029967"/>
              <a:gd name="connsiteY6" fmla="*/ 4850544 h 4850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9967" h="4850544">
                <a:moveTo>
                  <a:pt x="0" y="0"/>
                </a:moveTo>
                <a:lnTo>
                  <a:pt x="2029967" y="0"/>
                </a:lnTo>
                <a:lnTo>
                  <a:pt x="2029967" y="4850544"/>
                </a:lnTo>
                <a:lnTo>
                  <a:pt x="2025599" y="4850544"/>
                </a:lnTo>
                <a:lnTo>
                  <a:pt x="2" y="2824947"/>
                </a:lnTo>
                <a:lnTo>
                  <a:pt x="2" y="4850544"/>
                </a:lnTo>
                <a:lnTo>
                  <a:pt x="0" y="4850544"/>
                </a:lnTo>
                <a:close/>
              </a:path>
            </a:pathLst>
          </a:custGeom>
        </p:spPr>
        <p:txBody>
          <a:bodyPr wrap="square">
            <a:noAutofit/>
          </a:bodyPr>
          <a:lstStyle>
            <a:lvl1pPr marL="0" indent="0" algn="l">
              <a:buNone/>
              <a:defRPr sz="2000">
                <a:solidFill>
                  <a:schemeClr val="bg1"/>
                </a:solidFill>
              </a:defRPr>
            </a:lvl1pPr>
          </a:lstStyle>
          <a:p>
            <a:r>
              <a:rPr lang="en-US" dirty="0"/>
              <a:t>Click icon to insert picture</a:t>
            </a:r>
          </a:p>
        </p:txBody>
      </p:sp>
      <p:sp>
        <p:nvSpPr>
          <p:cNvPr id="34" name="Rectangle 33">
            <a:extLst>
              <a:ext uri="{FF2B5EF4-FFF2-40B4-BE49-F238E27FC236}">
                <a16:creationId xmlns:a16="http://schemas.microsoft.com/office/drawing/2014/main" id="{9CC28908-2548-441C-BE9D-8728E1FC84C0}"/>
              </a:ext>
              <a:ext uri="{C183D7F6-B498-43B3-948B-1728B52AA6E4}">
                <adec:decorative xmlns:adec="http://schemas.microsoft.com/office/drawing/2017/decorative" val="1"/>
              </a:ext>
            </a:extLst>
          </p:cNvPr>
          <p:cNvSpPr/>
          <p:nvPr userDrawn="1"/>
        </p:nvSpPr>
        <p:spPr>
          <a:xfrm>
            <a:off x="1011339" y="4863266"/>
            <a:ext cx="2029968" cy="200489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a:extLst>
              <a:ext uri="{FF2B5EF4-FFF2-40B4-BE49-F238E27FC236}">
                <a16:creationId xmlns:a16="http://schemas.microsoft.com/office/drawing/2014/main" id="{731DC170-FB16-45F8-B62C-DCAB2B9AC310}"/>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011338" y="5865203"/>
            <a:ext cx="2019299" cy="999451"/>
          </a:xfrm>
          <a:prstGeom prst="rect">
            <a:avLst/>
          </a:prstGeom>
        </p:spPr>
      </p:pic>
      <p:sp>
        <p:nvSpPr>
          <p:cNvPr id="5" name="Content Placeholder 2">
            <a:extLst>
              <a:ext uri="{FF2B5EF4-FFF2-40B4-BE49-F238E27FC236}">
                <a16:creationId xmlns:a16="http://schemas.microsoft.com/office/drawing/2014/main" id="{ADE2E4A5-BFB0-8F89-C606-A1581EB9FC6E}"/>
              </a:ext>
            </a:extLst>
          </p:cNvPr>
          <p:cNvSpPr>
            <a:spLocks noGrp="1"/>
          </p:cNvSpPr>
          <p:nvPr>
            <p:ph sz="half" idx="16" hasCustomPrompt="1"/>
          </p:nvPr>
        </p:nvSpPr>
        <p:spPr>
          <a:xfrm>
            <a:off x="3803953" y="3259138"/>
            <a:ext cx="7615274" cy="2978150"/>
          </a:xfrm>
        </p:spPr>
        <p:txBody>
          <a:bodyPr>
            <a:normAutofit/>
          </a:bodyPr>
          <a:lstStyle>
            <a:lvl1pPr marL="285750" indent="-285750">
              <a:lnSpc>
                <a:spcPts val="2000"/>
              </a:lnSpc>
              <a:buFont typeface="Arial" panose="020B0604020202020204" pitchFamily="34" charset="0"/>
              <a:buChar char="•"/>
              <a:defRPr sz="1800">
                <a:solidFill>
                  <a:schemeClr val="tx2"/>
                </a:solidFill>
              </a:defRPr>
            </a:lvl1pPr>
            <a:lvl2pPr marL="685800">
              <a:lnSpc>
                <a:spcPts val="2000"/>
              </a:lnSpc>
              <a:defRPr sz="1800">
                <a:solidFill>
                  <a:schemeClr val="tx2"/>
                </a:solidFill>
              </a:defRPr>
            </a:lvl2pPr>
            <a:lvl3pPr marL="1143000">
              <a:lnSpc>
                <a:spcPts val="2000"/>
              </a:lnSpc>
              <a:defRPr sz="1800">
                <a:solidFill>
                  <a:schemeClr val="tx2"/>
                </a:solidFill>
              </a:defRPr>
            </a:lvl3pPr>
            <a:lvl4pPr marL="1600200">
              <a:lnSpc>
                <a:spcPts val="2000"/>
              </a:lnSpc>
              <a:defRPr sz="1800">
                <a:solidFill>
                  <a:schemeClr val="tx2"/>
                </a:solidFill>
              </a:defRPr>
            </a:lvl4pPr>
            <a:lvl5pPr marL="2057400">
              <a:lnSpc>
                <a:spcPts val="2000"/>
              </a:lnSpc>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9" name="Date Placeholder 3">
            <a:extLst>
              <a:ext uri="{FF2B5EF4-FFF2-40B4-BE49-F238E27FC236}">
                <a16:creationId xmlns:a16="http://schemas.microsoft.com/office/drawing/2014/main" id="{E2B0C6B8-E2CB-460E-BBC8-AC4339C89DB2}"/>
              </a:ext>
            </a:extLst>
          </p:cNvPr>
          <p:cNvSpPr>
            <a:spLocks noGrp="1"/>
          </p:cNvSpPr>
          <p:nvPr>
            <p:ph type="dt" sz="half" idx="10"/>
          </p:nvPr>
        </p:nvSpPr>
        <p:spPr>
          <a:xfrm>
            <a:off x="3803953" y="6353175"/>
            <a:ext cx="1097280" cy="365125"/>
          </a:xfrm>
        </p:spPr>
        <p:txBody>
          <a:bodyPr/>
          <a:lstStyle>
            <a:lvl1pPr>
              <a:defRPr>
                <a:solidFill>
                  <a:schemeClr val="bg1"/>
                </a:solidFill>
              </a:defRPr>
            </a:lvl1pPr>
          </a:lstStyle>
          <a:p>
            <a:r>
              <a:rPr lang="en-US"/>
              <a:t>12/11/2023</a:t>
            </a:r>
            <a:endParaRPr lang="en-US" dirty="0"/>
          </a:p>
        </p:txBody>
      </p:sp>
      <p:sp>
        <p:nvSpPr>
          <p:cNvPr id="70" name="Footer Placeholder 4">
            <a:extLst>
              <a:ext uri="{FF2B5EF4-FFF2-40B4-BE49-F238E27FC236}">
                <a16:creationId xmlns:a16="http://schemas.microsoft.com/office/drawing/2014/main" id="{433844D3-0FDA-4C97-9B21-5021A38E4FC2}"/>
              </a:ext>
            </a:extLst>
          </p:cNvPr>
          <p:cNvSpPr>
            <a:spLocks noGrp="1"/>
          </p:cNvSpPr>
          <p:nvPr>
            <p:ph type="ftr" sz="quarter" idx="11"/>
          </p:nvPr>
        </p:nvSpPr>
        <p:spPr>
          <a:xfrm>
            <a:off x="6788630" y="6350000"/>
            <a:ext cx="2286000" cy="365125"/>
          </a:xfrm>
        </p:spPr>
        <p:txBody>
          <a:bodyPr/>
          <a:lstStyle>
            <a:lvl1pPr>
              <a:defRPr>
                <a:solidFill>
                  <a:schemeClr val="bg1"/>
                </a:solidFill>
              </a:defRPr>
            </a:lvl1pPr>
          </a:lstStyle>
          <a:p>
            <a:r>
              <a:rPr lang="en-US"/>
              <a:t>Presentation title</a:t>
            </a:r>
            <a:endParaRPr lang="en-US" dirty="0"/>
          </a:p>
        </p:txBody>
      </p:sp>
      <p:sp>
        <p:nvSpPr>
          <p:cNvPr id="71" name="Slide Number Placeholder 5">
            <a:extLst>
              <a:ext uri="{FF2B5EF4-FFF2-40B4-BE49-F238E27FC236}">
                <a16:creationId xmlns:a16="http://schemas.microsoft.com/office/drawing/2014/main" id="{EC059538-F80F-46C9-80EB-AC9B56DD05C3}"/>
              </a:ext>
            </a:extLst>
          </p:cNvPr>
          <p:cNvSpPr>
            <a:spLocks noGrp="1"/>
          </p:cNvSpPr>
          <p:nvPr>
            <p:ph type="sldNum" sz="quarter" idx="12"/>
          </p:nvPr>
        </p:nvSpPr>
        <p:spPr>
          <a:xfrm>
            <a:off x="10962027"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grpSp>
        <p:nvGrpSpPr>
          <p:cNvPr id="9" name="Group 8">
            <a:extLst>
              <a:ext uri="{FF2B5EF4-FFF2-40B4-BE49-F238E27FC236}">
                <a16:creationId xmlns:a16="http://schemas.microsoft.com/office/drawing/2014/main" id="{378F81CD-65D4-6CA1-E2C2-34DF58B566B2}"/>
              </a:ext>
              <a:ext uri="{C183D7F6-B498-43B3-948B-1728B52AA6E4}">
                <adec:decorative xmlns:adec="http://schemas.microsoft.com/office/drawing/2017/decorative" val="1"/>
              </a:ext>
            </a:extLst>
          </p:cNvPr>
          <p:cNvGrpSpPr/>
          <p:nvPr userDrawn="1"/>
        </p:nvGrpSpPr>
        <p:grpSpPr>
          <a:xfrm>
            <a:off x="-1000" y="0"/>
            <a:ext cx="1015984" cy="6858000"/>
            <a:chOff x="-1000" y="0"/>
            <a:chExt cx="1015984" cy="6858000"/>
          </a:xfrm>
        </p:grpSpPr>
        <p:sp>
          <p:nvSpPr>
            <p:cNvPr id="10" name="Rectangle 9">
              <a:extLst>
                <a:ext uri="{FF2B5EF4-FFF2-40B4-BE49-F238E27FC236}">
                  <a16:creationId xmlns:a16="http://schemas.microsoft.com/office/drawing/2014/main" id="{E419657A-6BE9-88F7-BE4C-6BF3C13F7E91}"/>
                </a:ext>
                <a:ext uri="{C183D7F6-B498-43B3-948B-1728B52AA6E4}">
                  <adec:decorative xmlns:adec="http://schemas.microsoft.com/office/drawing/2017/decorative" val="1"/>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BBB2BB8E-26BE-8FBF-1C62-4F42858193C1}"/>
                </a:ext>
                <a:ext uri="{C183D7F6-B498-43B3-948B-1728B52AA6E4}">
                  <adec:decorative xmlns:adec="http://schemas.microsoft.com/office/drawing/2017/decorative" val="1"/>
                </a:ext>
              </a:extLst>
            </p:cNvPr>
            <p:cNvSpPr/>
            <p:nvPr userDrawn="1"/>
          </p:nvSpPr>
          <p:spPr>
            <a:xfrm>
              <a:off x="0"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864BEFA-BF82-8BAF-1977-518DCAB0F3EC}"/>
                </a:ext>
                <a:ext uri="{C183D7F6-B498-43B3-948B-1728B52AA6E4}">
                  <adec:decorative xmlns:adec="http://schemas.microsoft.com/office/drawing/2017/decorative" val="1"/>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14C6E7FC-E03B-5EE2-7126-8CC1FBCB9DC3}"/>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rot="5400000">
              <a:off x="-462818" y="552957"/>
              <a:ext cx="1828800" cy="905164"/>
            </a:xfrm>
            <a:prstGeom prst="rect">
              <a:avLst/>
            </a:prstGeom>
          </p:spPr>
        </p:pic>
        <p:sp>
          <p:nvSpPr>
            <p:cNvPr id="14" name="Rectangle 13">
              <a:extLst>
                <a:ext uri="{FF2B5EF4-FFF2-40B4-BE49-F238E27FC236}">
                  <a16:creationId xmlns:a16="http://schemas.microsoft.com/office/drawing/2014/main" id="{659957EF-0F68-275E-1FFC-87388D717462}"/>
                </a:ext>
                <a:ext uri="{C183D7F6-B498-43B3-948B-1728B52AA6E4}">
                  <adec:decorative xmlns:adec="http://schemas.microsoft.com/office/drawing/2017/decorative" val="1"/>
                </a:ext>
              </a:extLst>
            </p:cNvPr>
            <p:cNvSpPr/>
            <p:nvPr userDrawn="1"/>
          </p:nvSpPr>
          <p:spPr>
            <a:xfrm>
              <a:off x="0"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ECECEEA3-55C1-1632-4F14-7E57A802667B}"/>
                </a:ext>
                <a:ext uri="{C183D7F6-B498-43B3-948B-1728B52AA6E4}">
                  <adec:decorative xmlns:adec="http://schemas.microsoft.com/office/drawing/2017/decorative" val="1"/>
                </a:ext>
              </a:extLst>
            </p:cNvPr>
            <p:cNvSpPr/>
            <p:nvPr userDrawn="1"/>
          </p:nvSpPr>
          <p:spPr>
            <a:xfrm rot="10800000">
              <a:off x="100582" y="2932749"/>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6" name="Graphic 15">
              <a:extLst>
                <a:ext uri="{FF2B5EF4-FFF2-40B4-BE49-F238E27FC236}">
                  <a16:creationId xmlns:a16="http://schemas.microsoft.com/office/drawing/2014/main" id="{A6290E86-B21F-0C88-099F-07B046CA1D4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380762"/>
              <a:ext cx="1828800" cy="914400"/>
            </a:xfrm>
            <a:prstGeom prst="rect">
              <a:avLst/>
            </a:prstGeom>
          </p:spPr>
        </p:pic>
      </p:grpSp>
      <p:sp>
        <p:nvSpPr>
          <p:cNvPr id="26" name="Rectangle 23">
            <a:extLst>
              <a:ext uri="{FF2B5EF4-FFF2-40B4-BE49-F238E27FC236}">
                <a16:creationId xmlns:a16="http://schemas.microsoft.com/office/drawing/2014/main" id="{E489F066-AA0F-D3C7-739B-15808100E736}"/>
              </a:ext>
              <a:ext uri="{C183D7F6-B498-43B3-948B-1728B52AA6E4}">
                <adec:decorative xmlns:adec="http://schemas.microsoft.com/office/drawing/2017/decorative" val="1"/>
              </a:ext>
            </a:extLst>
          </p:cNvPr>
          <p:cNvSpPr/>
          <p:nvPr userDrawn="1"/>
        </p:nvSpPr>
        <p:spPr>
          <a:xfrm>
            <a:off x="1011339" y="283415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2555004"/>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0" y="896112"/>
            <a:ext cx="10668000" cy="1325563"/>
          </a:xfrm>
        </p:spPr>
        <p:txBody>
          <a:bodyPr anchor="t" anchorCtr="0"/>
          <a:lstStyle>
            <a:lvl1pPr>
              <a:defRPr cap="all" baseline="0">
                <a:solidFill>
                  <a:schemeClr val="accent1"/>
                </a:solidFill>
              </a:defRPr>
            </a:lvl1pPr>
          </a:lstStyle>
          <a:p>
            <a:r>
              <a:rPr lang="en-US" dirty="0"/>
              <a:t>CLICK TO ADD TITLE</a:t>
            </a:r>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D70FC509-0D49-9500-59C9-DAE0A699FB0C}"/>
              </a:ext>
            </a:extLst>
          </p:cNvPr>
          <p:cNvSpPr>
            <a:spLocks noGrp="1"/>
          </p:cNvSpPr>
          <p:nvPr>
            <p:ph type="body" sz="quarter" idx="13" hasCustomPrompt="1"/>
          </p:nvPr>
        </p:nvSpPr>
        <p:spPr>
          <a:xfrm>
            <a:off x="762000" y="2417197"/>
            <a:ext cx="4278313" cy="3737541"/>
          </a:xfrm>
        </p:spPr>
        <p:txBody>
          <a:bodyPr vert="horz" lIns="91440" tIns="45720" rIns="91440" bIns="45720" rtlCol="0">
            <a:normAutofit/>
          </a:bodyPr>
          <a:lstStyle>
            <a:lvl1pPr>
              <a:spcBef>
                <a:spcPts val="0"/>
              </a:spcBef>
              <a:spcAft>
                <a:spcPts val="1200"/>
              </a:spcAft>
              <a:defRPr lang="en-US" sz="1800" smtClean="0"/>
            </a:lvl1pPr>
            <a:lvl2pPr>
              <a:spcBef>
                <a:spcPts val="0"/>
              </a:spcBef>
              <a:spcAft>
                <a:spcPts val="1200"/>
              </a:spcAft>
              <a:defRPr lang="en-US" sz="1800" smtClean="0"/>
            </a:lvl2pPr>
            <a:lvl3pPr>
              <a:spcBef>
                <a:spcPts val="0"/>
              </a:spcBef>
              <a:spcAft>
                <a:spcPts val="1200"/>
              </a:spcAft>
              <a:defRPr lang="en-US" sz="1800" smtClean="0"/>
            </a:lvl3pPr>
            <a:lvl4pPr>
              <a:spcBef>
                <a:spcPts val="0"/>
              </a:spcBef>
              <a:spcAft>
                <a:spcPts val="1200"/>
              </a:spcAft>
              <a:defRPr lang="en-US" sz="1800" smtClean="0"/>
            </a:lvl4pPr>
            <a:lvl5pPr>
              <a:spcBef>
                <a:spcPts val="0"/>
              </a:spcBef>
              <a:spcAft>
                <a:spcPts val="1200"/>
              </a:spcAft>
              <a:defRPr lang="en-US" sz="1800"/>
            </a:lvl5pPr>
          </a:lstStyle>
          <a:p>
            <a:pPr lvl="0"/>
            <a:r>
              <a:rPr lang="en-US" dirty="0"/>
              <a:t>Click to add text </a:t>
            </a:r>
          </a:p>
          <a:p>
            <a:pPr marL="685800" lvl="1" indent="-228600"/>
            <a:r>
              <a:rPr lang="en-US" dirty="0"/>
              <a:t>Second level</a:t>
            </a:r>
          </a:p>
          <a:p>
            <a:pPr marL="1143000" lvl="2" indent="-228600"/>
            <a:r>
              <a:rPr lang="en-US" dirty="0"/>
              <a:t>Third level</a:t>
            </a:r>
          </a:p>
          <a:p>
            <a:pPr marL="1600200" lvl="3" indent="-228600"/>
            <a:r>
              <a:rPr lang="en-US" dirty="0"/>
              <a:t>Fourth level</a:t>
            </a:r>
          </a:p>
          <a:p>
            <a:pPr marL="2057400" lvl="4" indent="-228600"/>
            <a:r>
              <a:rPr lang="en-US" dirty="0"/>
              <a:t>Fifth level</a:t>
            </a:r>
          </a:p>
        </p:txBody>
      </p:sp>
      <p:sp>
        <p:nvSpPr>
          <p:cNvPr id="8" name="Table Placeholder 7">
            <a:extLst>
              <a:ext uri="{FF2B5EF4-FFF2-40B4-BE49-F238E27FC236}">
                <a16:creationId xmlns:a16="http://schemas.microsoft.com/office/drawing/2014/main" id="{7113F543-A373-5951-EBF3-7E283EE52F0B}"/>
              </a:ext>
            </a:extLst>
          </p:cNvPr>
          <p:cNvSpPr>
            <a:spLocks noGrp="1"/>
          </p:cNvSpPr>
          <p:nvPr>
            <p:ph type="tbl" sz="quarter" idx="14" hasCustomPrompt="1"/>
          </p:nvPr>
        </p:nvSpPr>
        <p:spPr>
          <a:xfrm>
            <a:off x="5241471" y="2417763"/>
            <a:ext cx="6188529" cy="3736975"/>
          </a:xfrm>
        </p:spPr>
        <p:txBody>
          <a:bodyPr/>
          <a:lstStyle>
            <a:lvl1pPr>
              <a:defRPr/>
            </a:lvl1pPr>
          </a:lstStyle>
          <a:p>
            <a:r>
              <a:rPr lang="en-US" dirty="0"/>
              <a:t>Click icon to insert table</a:t>
            </a:r>
          </a:p>
        </p:txBody>
      </p:sp>
      <p:sp>
        <p:nvSpPr>
          <p:cNvPr id="3" name="Date Placeholder 3">
            <a:extLst>
              <a:ext uri="{FF2B5EF4-FFF2-40B4-BE49-F238E27FC236}">
                <a16:creationId xmlns:a16="http://schemas.microsoft.com/office/drawing/2014/main" id="{7D4C80AE-01F3-AAB6-99EF-DB1B5934CFD2}"/>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endParaRPr lang="en-US" dirty="0"/>
          </a:p>
        </p:txBody>
      </p:sp>
      <p:sp>
        <p:nvSpPr>
          <p:cNvPr id="4" name="Footer Placeholder 4">
            <a:extLst>
              <a:ext uri="{FF2B5EF4-FFF2-40B4-BE49-F238E27FC236}">
                <a16:creationId xmlns:a16="http://schemas.microsoft.com/office/drawing/2014/main" id="{C0241B24-8629-6BC2-C72F-A156F0624997}"/>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67FBBF9-1C14-3371-F0AC-507FFCAB3BC1}"/>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081890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1552574" y="896111"/>
            <a:ext cx="9866540" cy="1358140"/>
          </a:xfrm>
        </p:spPr>
        <p:txBody>
          <a:bodyPr anchor="t" anchorCtr="0"/>
          <a:lstStyle>
            <a:lvl1pPr>
              <a:defRPr cap="all" baseline="0">
                <a:solidFill>
                  <a:schemeClr val="tx2"/>
                </a:solidFill>
              </a:defRPr>
            </a:lvl1pPr>
          </a:lstStyle>
          <a:p>
            <a:r>
              <a:rPr lang="en-US" dirty="0"/>
              <a:t>CLICK TO ADD TITLE</a:t>
            </a:r>
          </a:p>
        </p:txBody>
      </p:sp>
      <p:grpSp>
        <p:nvGrpSpPr>
          <p:cNvPr id="10" name="Group 9">
            <a:extLst>
              <a:ext uri="{FF2B5EF4-FFF2-40B4-BE49-F238E27FC236}">
                <a16:creationId xmlns:a16="http://schemas.microsoft.com/office/drawing/2014/main" id="{D9F1898E-3E74-4E43-A202-1A6640227466}"/>
              </a:ext>
              <a:ext uri="{C183D7F6-B498-43B3-948B-1728B52AA6E4}">
                <adec:decorative xmlns:adec="http://schemas.microsoft.com/office/drawing/2017/decorative" val="1"/>
              </a:ext>
            </a:extLst>
          </p:cNvPr>
          <p:cNvGrpSpPr/>
          <p:nvPr userDrawn="1"/>
        </p:nvGrpSpPr>
        <p:grpSpPr>
          <a:xfrm>
            <a:off x="0" y="0"/>
            <a:ext cx="1014984" cy="6858000"/>
            <a:chOff x="0" y="0"/>
            <a:chExt cx="1014984" cy="6858000"/>
          </a:xfrm>
        </p:grpSpPr>
        <p:sp>
          <p:nvSpPr>
            <p:cNvPr id="33" name="Rectangle 32">
              <a:extLst>
                <a:ext uri="{FF2B5EF4-FFF2-40B4-BE49-F238E27FC236}">
                  <a16:creationId xmlns:a16="http://schemas.microsoft.com/office/drawing/2014/main" id="{814776F7-F8A5-4235-8C8D-17F0E4F45B03}"/>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F301899-34C1-47B4-B5CD-F77BA341C0F9}"/>
                </a:ext>
              </a:extLst>
            </p:cNvPr>
            <p:cNvSpPr/>
            <p:nvPr userDrawn="1"/>
          </p:nvSpPr>
          <p:spPr>
            <a:xfrm>
              <a:off x="0" y="2833299"/>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A66E9363-03B7-439D-8B5E-0665E48F046E}"/>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0432F5F5-1688-44BD-B071-A62C04824FB8}"/>
                </a:ext>
              </a:extLst>
            </p:cNvPr>
            <p:cNvSpPr/>
            <p:nvPr userDrawn="1"/>
          </p:nvSpPr>
          <p:spPr>
            <a:xfrm>
              <a:off x="0" y="2029863"/>
              <a:ext cx="1014984" cy="8129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Shape 43">
              <a:extLst>
                <a:ext uri="{FF2B5EF4-FFF2-40B4-BE49-F238E27FC236}">
                  <a16:creationId xmlns:a16="http://schemas.microsoft.com/office/drawing/2014/main" id="{689FF8F5-F7B8-46B0-BB03-FE972A6832E7}"/>
                </a:ext>
              </a:extLst>
            </p:cNvPr>
            <p:cNvSpPr/>
            <p:nvPr userDrawn="1"/>
          </p:nvSpPr>
          <p:spPr>
            <a:xfrm rot="10800000">
              <a:off x="100582" y="2936725"/>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8" name="Graphic 47">
              <a:extLst>
                <a:ext uri="{FF2B5EF4-FFF2-40B4-BE49-F238E27FC236}">
                  <a16:creationId xmlns:a16="http://schemas.microsoft.com/office/drawing/2014/main" id="{31EB8EE7-3843-4CA8-879D-5D985DAA0D1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457200" y="5416459"/>
              <a:ext cx="1828800" cy="914400"/>
            </a:xfrm>
            <a:prstGeom prst="rect">
              <a:avLst/>
            </a:prstGeom>
          </p:spPr>
        </p:pic>
        <p:pic>
          <p:nvPicPr>
            <p:cNvPr id="50" name="Graphic 49">
              <a:extLst>
                <a:ext uri="{FF2B5EF4-FFF2-40B4-BE49-F238E27FC236}">
                  <a16:creationId xmlns:a16="http://schemas.microsoft.com/office/drawing/2014/main" id="{5FF0EEFD-0038-4A2F-AD3B-01A98EFF5CF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63329"/>
              <a:ext cx="1828800" cy="914400"/>
            </a:xfrm>
            <a:prstGeom prst="rect">
              <a:avLst/>
            </a:prstGeom>
          </p:spPr>
        </p:pic>
      </p:grpSp>
      <p:sp>
        <p:nvSpPr>
          <p:cNvPr id="3" name="Content Placeholder 2">
            <a:extLst>
              <a:ext uri="{FF2B5EF4-FFF2-40B4-BE49-F238E27FC236}">
                <a16:creationId xmlns:a16="http://schemas.microsoft.com/office/drawing/2014/main" id="{8A650232-76AA-C9E3-F846-8DB1B44E5AF3}"/>
              </a:ext>
            </a:extLst>
          </p:cNvPr>
          <p:cNvSpPr>
            <a:spLocks noGrp="1"/>
          </p:cNvSpPr>
          <p:nvPr>
            <p:ph sz="half" idx="15" hasCustomPrompt="1"/>
          </p:nvPr>
        </p:nvSpPr>
        <p:spPr>
          <a:xfrm>
            <a:off x="1552575" y="2481940"/>
            <a:ext cx="6477952" cy="3635831"/>
          </a:xfrm>
        </p:spPr>
        <p:txBody>
          <a:bodyPr>
            <a:normAutofit/>
          </a:bodyPr>
          <a:lstStyle>
            <a:lvl1pPr marL="0" indent="0">
              <a:lnSpc>
                <a:spcPct val="100000"/>
              </a:lnSpc>
              <a:spcBef>
                <a:spcPts val="0"/>
              </a:spcBef>
              <a:spcAft>
                <a:spcPts val="600"/>
              </a:spcAft>
              <a:buFont typeface="Arial" panose="020B0604020202020204" pitchFamily="34" charset="0"/>
              <a:buNone/>
              <a:defRPr sz="1800">
                <a:solidFill>
                  <a:schemeClr val="bg1"/>
                </a:solidFill>
              </a:defRPr>
            </a:lvl1pPr>
            <a:lvl2pPr marL="457200">
              <a:lnSpc>
                <a:spcPct val="100000"/>
              </a:lnSpc>
              <a:spcAft>
                <a:spcPts val="600"/>
              </a:spcAft>
              <a:defRPr sz="1800">
                <a:solidFill>
                  <a:schemeClr val="bg1"/>
                </a:solidFill>
              </a:defRPr>
            </a:lvl2pPr>
            <a:lvl3pPr marL="914400">
              <a:lnSpc>
                <a:spcPct val="100000"/>
              </a:lnSpc>
              <a:spcAft>
                <a:spcPts val="600"/>
              </a:spcAft>
              <a:defRPr sz="1800">
                <a:solidFill>
                  <a:schemeClr val="bg1"/>
                </a:solidFill>
              </a:defRPr>
            </a:lvl3pPr>
            <a:lvl4pPr marL="1371600">
              <a:lnSpc>
                <a:spcPct val="100000"/>
              </a:lnSpc>
              <a:spcAft>
                <a:spcPts val="600"/>
              </a:spcAft>
              <a:defRPr sz="1800">
                <a:solidFill>
                  <a:schemeClr val="bg1"/>
                </a:solidFill>
              </a:defRPr>
            </a:lvl4pPr>
            <a:lvl5pPr marL="1828800">
              <a:lnSpc>
                <a:spcPct val="100000"/>
              </a:lnSpc>
              <a:spcAft>
                <a:spcPts val="600"/>
              </a:spcAft>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12">
            <a:extLst>
              <a:ext uri="{FF2B5EF4-FFF2-40B4-BE49-F238E27FC236}">
                <a16:creationId xmlns:a16="http://schemas.microsoft.com/office/drawing/2014/main" id="{37A04978-5D2C-BBF1-9C05-C52717619019}"/>
              </a:ext>
            </a:extLst>
          </p:cNvPr>
          <p:cNvSpPr>
            <a:spLocks noGrp="1"/>
          </p:cNvSpPr>
          <p:nvPr>
            <p:ph type="body" sz="quarter" idx="14" hasCustomPrompt="1"/>
          </p:nvPr>
        </p:nvSpPr>
        <p:spPr>
          <a:xfrm>
            <a:off x="8372723" y="2481940"/>
            <a:ext cx="3046391" cy="3759200"/>
          </a:xfrm>
        </p:spPr>
        <p:txBody>
          <a:bodyPr>
            <a:normAutofit/>
          </a:bodyPr>
          <a:lstStyle>
            <a:lvl1pPr marL="342900" indent="-342900">
              <a:spcAft>
                <a:spcPts val="600"/>
              </a:spcAft>
              <a:buFont typeface="+mj-lt"/>
              <a:buAutoNum type="arabicPeriod"/>
              <a:defRPr sz="1800">
                <a:solidFill>
                  <a:schemeClr val="bg1"/>
                </a:solidFill>
              </a:defRPr>
            </a:lvl1pPr>
            <a:lvl2pPr marL="800100" indent="-342900">
              <a:spcAft>
                <a:spcPts val="600"/>
              </a:spcAft>
              <a:buFont typeface="+mj-lt"/>
              <a:buAutoNum type="alphaLcPeriod"/>
              <a:defRPr sz="1800">
                <a:solidFill>
                  <a:schemeClr val="bg1"/>
                </a:solidFill>
              </a:defRPr>
            </a:lvl2pPr>
            <a:lvl3pPr marL="1257300" indent="-342900">
              <a:spcAft>
                <a:spcPts val="600"/>
              </a:spcAft>
              <a:buFont typeface="+mj-lt"/>
              <a:buAutoNum type="arabicParenR"/>
              <a:defRPr sz="1800">
                <a:solidFill>
                  <a:schemeClr val="bg1"/>
                </a:solidFill>
              </a:defRPr>
            </a:lvl3pPr>
            <a:lvl4pPr marL="1714500" indent="-342900">
              <a:spcAft>
                <a:spcPts val="600"/>
              </a:spcAft>
              <a:buFont typeface="+mj-lt"/>
              <a:buAutoNum type="alphaLcParenR"/>
              <a:defRPr sz="1800">
                <a:solidFill>
                  <a:schemeClr val="bg1"/>
                </a:solidFill>
              </a:defRPr>
            </a:lvl4pPr>
            <a:lvl5pPr marL="2171700" indent="-342900">
              <a:spcAft>
                <a:spcPts val="600"/>
              </a:spcAft>
              <a:buFont typeface="+mj-lt"/>
              <a:buAutoNum type="romanLcPeriod"/>
              <a:defRPr sz="1800">
                <a:solidFill>
                  <a:schemeClr val="bg1"/>
                </a:solidFill>
              </a:defRPr>
            </a:lvl5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3" name="Date Placeholder 3">
            <a:extLst>
              <a:ext uri="{FF2B5EF4-FFF2-40B4-BE49-F238E27FC236}">
                <a16:creationId xmlns:a16="http://schemas.microsoft.com/office/drawing/2014/main" id="{41C57AEB-9E33-4F77-9F58-DB0D1B978707}"/>
              </a:ext>
            </a:extLst>
          </p:cNvPr>
          <p:cNvSpPr>
            <a:spLocks noGrp="1"/>
          </p:cNvSpPr>
          <p:nvPr>
            <p:ph type="dt" sz="half" idx="10"/>
          </p:nvPr>
        </p:nvSpPr>
        <p:spPr>
          <a:xfrm>
            <a:off x="1554480" y="6353175"/>
            <a:ext cx="1097280" cy="365125"/>
          </a:xfrm>
        </p:spPr>
        <p:txBody>
          <a:bodyPr/>
          <a:lstStyle>
            <a:lvl1pPr>
              <a:defRPr>
                <a:solidFill>
                  <a:schemeClr val="bg1"/>
                </a:solidFill>
              </a:defRPr>
            </a:lvl1pPr>
          </a:lstStyle>
          <a:p>
            <a:r>
              <a:rPr lang="en-US"/>
              <a:t>12/11/2023</a:t>
            </a:r>
            <a:endParaRPr lang="en-US" dirty="0"/>
          </a:p>
        </p:txBody>
      </p:sp>
      <p:sp>
        <p:nvSpPr>
          <p:cNvPr id="64" name="Footer Placeholder 4">
            <a:extLst>
              <a:ext uri="{FF2B5EF4-FFF2-40B4-BE49-F238E27FC236}">
                <a16:creationId xmlns:a16="http://schemas.microsoft.com/office/drawing/2014/main" id="{182F895D-C48A-41AA-9DE6-43A17B7E019A}"/>
              </a:ext>
            </a:extLst>
          </p:cNvPr>
          <p:cNvSpPr>
            <a:spLocks noGrp="1"/>
          </p:cNvSpPr>
          <p:nvPr>
            <p:ph type="ftr" sz="quarter" idx="11"/>
          </p:nvPr>
        </p:nvSpPr>
        <p:spPr>
          <a:xfrm>
            <a:off x="5744527" y="6350000"/>
            <a:ext cx="2286000" cy="365125"/>
          </a:xfrm>
        </p:spPr>
        <p:txBody>
          <a:bodyPr/>
          <a:lstStyle>
            <a:lvl1pPr>
              <a:defRPr>
                <a:solidFill>
                  <a:schemeClr val="bg1"/>
                </a:solidFill>
              </a:defRPr>
            </a:lvl1pPr>
          </a:lstStyle>
          <a:p>
            <a:r>
              <a:rPr lang="en-US"/>
              <a:t>Presentation title</a:t>
            </a:r>
            <a:endParaRPr lang="en-US" dirty="0"/>
          </a:p>
        </p:txBody>
      </p:sp>
      <p:sp>
        <p:nvSpPr>
          <p:cNvPr id="65" name="Slide Number Placeholder 5">
            <a:extLst>
              <a:ext uri="{FF2B5EF4-FFF2-40B4-BE49-F238E27FC236}">
                <a16:creationId xmlns:a16="http://schemas.microsoft.com/office/drawing/2014/main" id="{4C15BF58-30D9-4A0E-8506-1CD777B0FC5B}"/>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807368846"/>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4155" y="896112"/>
            <a:ext cx="10665845" cy="1325563"/>
          </a:xfrm>
        </p:spPr>
        <p:txBody>
          <a:bodyPr anchor="t" anchorCtr="0"/>
          <a:lstStyle>
            <a:lvl1pPr>
              <a:defRPr cap="all" baseline="0">
                <a:solidFill>
                  <a:schemeClr val="accent1"/>
                </a:solidFill>
              </a:defRPr>
            </a:lvl1pPr>
          </a:lstStyle>
          <a:p>
            <a:r>
              <a:rPr lang="en-US" dirty="0"/>
              <a:t>CLICK TO ADD TITLE</a:t>
            </a:r>
          </a:p>
        </p:txBody>
      </p:sp>
      <p:sp>
        <p:nvSpPr>
          <p:cNvPr id="5" name="Table Placeholder 4">
            <a:extLst>
              <a:ext uri="{FF2B5EF4-FFF2-40B4-BE49-F238E27FC236}">
                <a16:creationId xmlns:a16="http://schemas.microsoft.com/office/drawing/2014/main" id="{E06194BC-6453-CA18-2623-B07F3A5D4E92}"/>
              </a:ext>
            </a:extLst>
          </p:cNvPr>
          <p:cNvSpPr>
            <a:spLocks noGrp="1"/>
          </p:cNvSpPr>
          <p:nvPr>
            <p:ph type="tbl" sz="quarter" idx="13" hasCustomPrompt="1"/>
          </p:nvPr>
        </p:nvSpPr>
        <p:spPr>
          <a:xfrm>
            <a:off x="762000" y="2417763"/>
            <a:ext cx="10665845" cy="3678235"/>
          </a:xfrm>
        </p:spPr>
        <p:txBody>
          <a:bodyPr/>
          <a:lstStyle>
            <a:lvl1pPr>
              <a:defRPr/>
            </a:lvl1pPr>
          </a:lstStyle>
          <a:p>
            <a:pPr marL="228600" marR="0" lvl="0" indent="-2286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dirty="0"/>
              <a:t>Click icon to insert table</a:t>
            </a:r>
          </a:p>
          <a:p>
            <a:endParaRPr lang="en-US" dirty="0"/>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3">
            <a:extLst>
              <a:ext uri="{FF2B5EF4-FFF2-40B4-BE49-F238E27FC236}">
                <a16:creationId xmlns:a16="http://schemas.microsoft.com/office/drawing/2014/main" id="{D3A465A0-88AA-B50B-92D8-3A54928329FB}"/>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endParaRPr lang="en-US" dirty="0"/>
          </a:p>
        </p:txBody>
      </p:sp>
      <p:sp>
        <p:nvSpPr>
          <p:cNvPr id="4" name="Footer Placeholder 4">
            <a:extLst>
              <a:ext uri="{FF2B5EF4-FFF2-40B4-BE49-F238E27FC236}">
                <a16:creationId xmlns:a16="http://schemas.microsoft.com/office/drawing/2014/main" id="{6195F626-7C08-9907-6A85-922BE6AA0EF5}"/>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7BBAD34A-4F3F-C89B-BBBC-E7740F414D13}"/>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237480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ontent 2">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11C2927-0A13-DC57-A83B-B8DB787A48CF}"/>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5900245" y="544285"/>
            <a:ext cx="5528217" cy="2685383"/>
          </a:xfrm>
        </p:spPr>
        <p:txBody>
          <a:bodyPr anchor="b">
            <a:normAutofit/>
          </a:bodyPr>
          <a:lstStyle>
            <a:lvl1pPr algn="l">
              <a:defRPr sz="44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5896340" y="3423773"/>
            <a:ext cx="5528217" cy="2029969"/>
          </a:xfrm>
        </p:spPr>
        <p:txBody>
          <a:bodyPr>
            <a:normAutofit/>
          </a:bodyPr>
          <a:lstStyle>
            <a:lvl1pPr marL="0" indent="0" algn="l">
              <a:lnSpc>
                <a:spcPct val="150000"/>
              </a:lnSpc>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886886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762000" y="365125"/>
            <a:ext cx="106680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762000" y="1825625"/>
            <a:ext cx="106680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762000" y="6356350"/>
            <a:ext cx="2819400" cy="365125"/>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12/11/2023</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8194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700" r:id="rId1"/>
    <p:sldLayoutId id="2147483666" r:id="rId2"/>
    <p:sldLayoutId id="2147483704" r:id="rId3"/>
    <p:sldLayoutId id="2147483702" r:id="rId4"/>
    <p:sldLayoutId id="2147483678" r:id="rId5"/>
    <p:sldLayoutId id="2147483681" r:id="rId6"/>
    <p:sldLayoutId id="2147483696" r:id="rId7"/>
    <p:sldLayoutId id="2147483691" r:id="rId8"/>
    <p:sldLayoutId id="2147483677" r:id="rId9"/>
    <p:sldLayoutId id="2147483699" r:id="rId10"/>
    <p:sldLayoutId id="2147483685" r:id="rId11"/>
    <p:sldLayoutId id="2147483676" r:id="rId12"/>
    <p:sldLayoutId id="2147483649" r:id="rId13"/>
    <p:sldLayoutId id="2147483705" r:id="rId14"/>
  </p:sldLayoutIdLst>
  <p:hf hdr="0" ft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76" userDrawn="1">
          <p15:clr>
            <a:srgbClr val="5ACBF0"/>
          </p15:clr>
        </p15:guide>
        <p15:guide id="2" pos="1920" userDrawn="1">
          <p15:clr>
            <a:srgbClr val="F26B43"/>
          </p15:clr>
        </p15:guide>
        <p15:guide id="3" pos="5760" userDrawn="1">
          <p15:clr>
            <a:srgbClr val="F26B43"/>
          </p15:clr>
        </p15:guide>
        <p15:guide id="4" orient="horz" pos="2160" userDrawn="1">
          <p15:clr>
            <a:srgbClr val="F26B43"/>
          </p15:clr>
        </p15:guide>
        <p15:guide id="5" pos="1272" userDrawn="1">
          <p15:clr>
            <a:srgbClr val="9FCC3B"/>
          </p15:clr>
        </p15:guide>
        <p15:guide id="6" pos="2544" userDrawn="1">
          <p15:clr>
            <a:srgbClr val="9FCC3B"/>
          </p15:clr>
        </p15:guide>
        <p15:guide id="7" pos="5112" userDrawn="1">
          <p15:clr>
            <a:srgbClr val="9FCC3B"/>
          </p15:clr>
        </p15:guide>
        <p15:guide id="8" pos="6408" userDrawn="1">
          <p15:clr>
            <a:srgbClr val="9FCC3B"/>
          </p15:clr>
        </p15:guide>
        <p15:guide id="9" pos="3940" userDrawn="1">
          <p15:clr>
            <a:srgbClr val="F26B43"/>
          </p15:clr>
        </p15:guide>
        <p15:guide id="10" pos="7104"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6.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image" Target="../media/image40.png"/><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image" Target="../media/image40.png"/><Relationship Id="rId5" Type="http://schemas.openxmlformats.org/officeDocument/2006/relationships/image" Target="../media/image41.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image" Target="../media/image40.png"/><Relationship Id="rId5" Type="http://schemas.openxmlformats.org/officeDocument/2006/relationships/image" Target="../media/image41.png"/><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4714772" y="677918"/>
            <a:ext cx="6856292" cy="3590596"/>
          </a:xfrm>
        </p:spPr>
        <p:txBody>
          <a:bodyPr>
            <a:normAutofit/>
          </a:bodyPr>
          <a:lstStyle/>
          <a:p>
            <a:r>
              <a:rPr lang="en-GB" dirty="0"/>
              <a:t>Finding Bridges in an Undirected Graph</a:t>
            </a:r>
          </a:p>
        </p:txBody>
      </p:sp>
      <p:sp>
        <p:nvSpPr>
          <p:cNvPr id="4" name="TextBox 3">
            <a:extLst>
              <a:ext uri="{FF2B5EF4-FFF2-40B4-BE49-F238E27FC236}">
                <a16:creationId xmlns:a16="http://schemas.microsoft.com/office/drawing/2014/main" id="{7DC26C88-64D7-7D58-5F4E-785589934CB5}"/>
              </a:ext>
            </a:extLst>
          </p:cNvPr>
          <p:cNvSpPr txBox="1"/>
          <p:nvPr/>
        </p:nvSpPr>
        <p:spPr>
          <a:xfrm>
            <a:off x="8174106" y="6467957"/>
            <a:ext cx="4017894" cy="390043"/>
          </a:xfrm>
          <a:prstGeom prst="rect">
            <a:avLst/>
          </a:prstGeom>
          <a:noFill/>
        </p:spPr>
        <p:txBody>
          <a:bodyPr wrap="square">
            <a:spAutoFit/>
          </a:bodyPr>
          <a:lstStyle/>
          <a:p>
            <a:pPr marL="0" marR="0" lvl="0" indent="0" algn="l" rtl="0">
              <a:lnSpc>
                <a:spcPct val="80003"/>
              </a:lnSpc>
              <a:spcBef>
                <a:spcPts val="0"/>
              </a:spcBef>
              <a:spcAft>
                <a:spcPts val="0"/>
              </a:spcAft>
              <a:buNone/>
            </a:pPr>
            <a:r>
              <a:rPr lang="en-US" sz="2400" b="1" i="0" u="none" strike="noStrike" cap="none" dirty="0">
                <a:latin typeface="Avenir Next LT Pro (Headings)"/>
                <a:ea typeface="Darker Grotesque"/>
                <a:cs typeface="Darker Grotesque"/>
                <a:sym typeface="Darker Grotesque"/>
              </a:rPr>
              <a:t>Presented by </a:t>
            </a:r>
            <a:r>
              <a:rPr lang="en-US" sz="2400" b="0" i="0" u="none" strike="noStrike" cap="none" dirty="0">
                <a:solidFill>
                  <a:schemeClr val="bg1"/>
                </a:solidFill>
                <a:latin typeface="Avenir Next LT Pro (Headings)"/>
                <a:ea typeface="Darker Grotesque"/>
                <a:cs typeface="Darker Grotesque"/>
                <a:sym typeface="Darker Grotesque"/>
              </a:rPr>
              <a:t>: Awaiz Noor</a:t>
            </a:r>
            <a:endParaRPr lang="en-US" sz="2400" dirty="0">
              <a:solidFill>
                <a:schemeClr val="bg1"/>
              </a:solidFill>
              <a:latin typeface="Avenir Next LT Pro (Headings)"/>
            </a:endParaRPr>
          </a:p>
        </p:txBody>
      </p:sp>
    </p:spTree>
    <p:extLst>
      <p:ext uri="{BB962C8B-B14F-4D97-AF65-F5344CB8AC3E}">
        <p14:creationId xmlns:p14="http://schemas.microsoft.com/office/powerpoint/2010/main" val="16424253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Lst>
          </p:cNvPr>
          <p:cNvSpPr>
            <a:spLocks noGrp="1"/>
          </p:cNvSpPr>
          <p:nvPr>
            <p:ph type="title"/>
          </p:nvPr>
        </p:nvSpPr>
        <p:spPr>
          <a:xfrm>
            <a:off x="4933950" y="429461"/>
            <a:ext cx="6343650" cy="2668463"/>
          </a:xfrm>
        </p:spPr>
        <p:txBody>
          <a:bodyPr>
            <a:normAutofit/>
          </a:bodyPr>
          <a:lstStyle/>
          <a:p>
            <a:r>
              <a:rPr lang="en-US" dirty="0"/>
              <a:t>Table of Contents</a:t>
            </a:r>
          </a:p>
        </p:txBody>
      </p:sp>
      <p:sp>
        <p:nvSpPr>
          <p:cNvPr id="3" name="Subtitle 2">
            <a:extLst>
              <a:ext uri="{FF2B5EF4-FFF2-40B4-BE49-F238E27FC236}">
                <a16:creationId xmlns:a16="http://schemas.microsoft.com/office/drawing/2014/main" id="{35E3EA69-4E0E-41BD-8095-A124225A2647}"/>
              </a:ext>
            </a:extLst>
          </p:cNvPr>
          <p:cNvSpPr>
            <a:spLocks noGrp="1"/>
          </p:cNvSpPr>
          <p:nvPr>
            <p:ph sz="half" idx="14"/>
          </p:nvPr>
        </p:nvSpPr>
        <p:spPr>
          <a:xfrm>
            <a:off x="4938713" y="3300413"/>
            <a:ext cx="6338887" cy="2668587"/>
          </a:xfrm>
        </p:spPr>
        <p:txBody>
          <a:bodyPr>
            <a:normAutofit/>
          </a:bodyPr>
          <a:lstStyle/>
          <a:p>
            <a:r>
              <a:rPr lang="en-US" dirty="0"/>
              <a:t>Introduction</a:t>
            </a:r>
          </a:p>
          <a:p>
            <a:r>
              <a:rPr lang="en-US" dirty="0"/>
              <a:t>Problem Statement</a:t>
            </a:r>
          </a:p>
          <a:p>
            <a:r>
              <a:rPr lang="en-US" dirty="0"/>
              <a:t>Tarjan Algorithm</a:t>
            </a:r>
          </a:p>
          <a:p>
            <a:r>
              <a:rPr lang="en-US" dirty="0"/>
              <a:t>Code Demo</a:t>
            </a:r>
          </a:p>
        </p:txBody>
      </p:sp>
      <p:sp>
        <p:nvSpPr>
          <p:cNvPr id="6" name="Slide Number Placeholder 5">
            <a:extLst>
              <a:ext uri="{FF2B5EF4-FFF2-40B4-BE49-F238E27FC236}">
                <a16:creationId xmlns:a16="http://schemas.microsoft.com/office/drawing/2014/main" id="{67927DCA-F11F-1716-00DA-9EF49F131ABD}"/>
              </a:ext>
            </a:extLst>
          </p:cNvPr>
          <p:cNvSpPr>
            <a:spLocks noGrp="1"/>
          </p:cNvSpPr>
          <p:nvPr>
            <p:ph type="sldNum" sz="quarter" idx="12"/>
          </p:nvPr>
        </p:nvSpPr>
        <p:spPr/>
        <p:txBody>
          <a:bodyPr/>
          <a:lstStyle/>
          <a:p>
            <a:fld id="{B5CEABB6-07DC-46E8-9B57-56EC44A396E5}" type="slidenum">
              <a:rPr lang="en-US" smtClean="0"/>
              <a:pPr/>
              <a:t>2</a:t>
            </a:fld>
            <a:endParaRPr lang="en-US" dirty="0"/>
          </a:p>
        </p:txBody>
      </p:sp>
    </p:spTree>
    <p:extLst>
      <p:ext uri="{BB962C8B-B14F-4D97-AF65-F5344CB8AC3E}">
        <p14:creationId xmlns:p14="http://schemas.microsoft.com/office/powerpoint/2010/main" val="22434949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DE7F2-E890-4744-88DD-A75F5E300513}"/>
              </a:ext>
            </a:extLst>
          </p:cNvPr>
          <p:cNvSpPr>
            <a:spLocks noGrp="1"/>
          </p:cNvSpPr>
          <p:nvPr>
            <p:ph type="ctrTitle"/>
          </p:nvPr>
        </p:nvSpPr>
        <p:spPr>
          <a:xfrm>
            <a:off x="4833694" y="660358"/>
            <a:ext cx="6594768" cy="5537284"/>
          </a:xfrm>
        </p:spPr>
        <p:txBody>
          <a:bodyPr>
            <a:normAutofit/>
          </a:bodyPr>
          <a:lstStyle/>
          <a:p>
            <a:r>
              <a:rPr lang="en-US" dirty="0"/>
              <a:t>Introduction</a:t>
            </a:r>
          </a:p>
        </p:txBody>
      </p:sp>
      <p:pic>
        <p:nvPicPr>
          <p:cNvPr id="34" name="Picture Placeholder 33" descr="Aerial view of a neon highway intersection">
            <a:extLst>
              <a:ext uri="{FF2B5EF4-FFF2-40B4-BE49-F238E27FC236}">
                <a16:creationId xmlns:a16="http://schemas.microsoft.com/office/drawing/2014/main" id="{9289CE93-EC50-55DB-CFE0-1266AEC87B19}"/>
              </a:ext>
            </a:extLst>
          </p:cNvPr>
          <p:cNvPicPr>
            <a:picLocks noGrp="1" noChangeAspect="1"/>
          </p:cNvPicPr>
          <p:nvPr>
            <p:ph type="pic" sz="quarter" idx="13"/>
          </p:nvPr>
        </p:nvPicPr>
        <p:blipFill>
          <a:blip r:embed="rId3"/>
          <a:srcRect l="24936" r="24936"/>
          <a:stretch/>
        </p:blipFill>
        <p:spPr>
          <a:xfrm rot="10800000">
            <a:off x="1" y="761322"/>
            <a:ext cx="4076118" cy="6096678"/>
          </a:xfrm>
        </p:spPr>
      </p:pic>
      <p:sp>
        <p:nvSpPr>
          <p:cNvPr id="31" name="Oval 30">
            <a:extLst>
              <a:ext uri="{FF2B5EF4-FFF2-40B4-BE49-F238E27FC236}">
                <a16:creationId xmlns:a16="http://schemas.microsoft.com/office/drawing/2014/main" id="{F466A906-2869-BB36-138E-D45F62E92210}"/>
              </a:ext>
              <a:ext uri="{C183D7F6-B498-43B3-948B-1728B52AA6E4}">
                <adec:decorative xmlns:adec="http://schemas.microsoft.com/office/drawing/2017/decorative" val="1"/>
              </a:ext>
            </a:extLst>
          </p:cNvPr>
          <p:cNvSpPr/>
          <p:nvPr/>
        </p:nvSpPr>
        <p:spPr>
          <a:xfrm>
            <a:off x="3903349" y="4646277"/>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2" name="Straight Connector 31">
            <a:extLst>
              <a:ext uri="{FF2B5EF4-FFF2-40B4-BE49-F238E27FC236}">
                <a16:creationId xmlns:a16="http://schemas.microsoft.com/office/drawing/2014/main" id="{06186C3A-548E-AD87-3029-964123530768}"/>
              </a:ext>
              <a:ext uri="{C183D7F6-B498-43B3-948B-1728B52AA6E4}">
                <adec:decorative xmlns:adec="http://schemas.microsoft.com/office/drawing/2017/decorative" val="1"/>
              </a:ext>
            </a:extLst>
          </p:cNvPr>
          <p:cNvCxnSpPr>
            <a:cxnSpLocks/>
          </p:cNvCxnSpPr>
          <p:nvPr/>
        </p:nvCxnSpPr>
        <p:spPr>
          <a:xfrm>
            <a:off x="-97971" y="660400"/>
            <a:ext cx="4160955" cy="414915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77891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pic>
        <p:nvPicPr>
          <p:cNvPr id="4" name="Picture 3">
            <a:extLst>
              <a:ext uri="{FF2B5EF4-FFF2-40B4-BE49-F238E27FC236}">
                <a16:creationId xmlns:a16="http://schemas.microsoft.com/office/drawing/2014/main" id="{BF468801-AAAF-B727-E35D-1EC6E97A60AA}"/>
              </a:ext>
            </a:extLst>
          </p:cNvPr>
          <p:cNvPicPr>
            <a:picLocks noChangeAspect="1"/>
          </p:cNvPicPr>
          <p:nvPr/>
        </p:nvPicPr>
        <p:blipFill>
          <a:blip r:embed="rId3"/>
          <a:srcRect r="52788"/>
          <a:stretch/>
        </p:blipFill>
        <p:spPr>
          <a:xfrm>
            <a:off x="8303123" y="1082570"/>
            <a:ext cx="3505414" cy="2539299"/>
          </a:xfrm>
          <a:prstGeom prst="rect">
            <a:avLst/>
          </a:prstGeom>
        </p:spPr>
      </p:pic>
      <p:pic>
        <p:nvPicPr>
          <p:cNvPr id="6" name="Picture 5">
            <a:extLst>
              <a:ext uri="{FF2B5EF4-FFF2-40B4-BE49-F238E27FC236}">
                <a16:creationId xmlns:a16="http://schemas.microsoft.com/office/drawing/2014/main" id="{A22DF558-1953-2F8C-2385-C62671D87D8F}"/>
              </a:ext>
            </a:extLst>
          </p:cNvPr>
          <p:cNvPicPr>
            <a:picLocks noChangeAspect="1"/>
          </p:cNvPicPr>
          <p:nvPr/>
        </p:nvPicPr>
        <p:blipFill>
          <a:blip r:embed="rId3"/>
          <a:srcRect l="48901"/>
          <a:stretch/>
        </p:blipFill>
        <p:spPr>
          <a:xfrm>
            <a:off x="8303123" y="3965050"/>
            <a:ext cx="3505414" cy="2346149"/>
          </a:xfrm>
          <a:prstGeom prst="rect">
            <a:avLst/>
          </a:prstGeom>
        </p:spPr>
      </p:pic>
      <p:sp>
        <p:nvSpPr>
          <p:cNvPr id="2" name="Title 1">
            <a:extLst>
              <a:ext uri="{FF2B5EF4-FFF2-40B4-BE49-F238E27FC236}">
                <a16:creationId xmlns:a16="http://schemas.microsoft.com/office/drawing/2014/main" id="{1D109288-2DBA-4DA0-8DF8-8CE11BF0B3E9}"/>
              </a:ext>
            </a:extLst>
          </p:cNvPr>
          <p:cNvSpPr>
            <a:spLocks noGrp="1"/>
          </p:cNvSpPr>
          <p:nvPr>
            <p:ph type="title"/>
          </p:nvPr>
        </p:nvSpPr>
        <p:spPr>
          <a:xfrm>
            <a:off x="1333914" y="348664"/>
            <a:ext cx="4162425" cy="733906"/>
          </a:xfrm>
        </p:spPr>
        <p:txBody>
          <a:bodyPr>
            <a:noAutofit/>
          </a:bodyPr>
          <a:lstStyle/>
          <a:p>
            <a:r>
              <a:rPr lang="en-US" sz="7200" dirty="0">
                <a:solidFill>
                  <a:srgbClr val="EC008C"/>
                </a:solidFill>
              </a:rPr>
              <a:t>Graphs</a:t>
            </a:r>
          </a:p>
        </p:txBody>
      </p:sp>
      <p:sp>
        <p:nvSpPr>
          <p:cNvPr id="5" name="Content Placeholder 4">
            <a:extLst>
              <a:ext uri="{FF2B5EF4-FFF2-40B4-BE49-F238E27FC236}">
                <a16:creationId xmlns:a16="http://schemas.microsoft.com/office/drawing/2014/main" id="{311AEF04-B45B-1FE5-3221-30E478383A25}"/>
              </a:ext>
            </a:extLst>
          </p:cNvPr>
          <p:cNvSpPr>
            <a:spLocks noGrp="1"/>
          </p:cNvSpPr>
          <p:nvPr>
            <p:ph sz="half" idx="15"/>
          </p:nvPr>
        </p:nvSpPr>
        <p:spPr>
          <a:xfrm>
            <a:off x="1145070" y="2103612"/>
            <a:ext cx="6838229" cy="4686507"/>
          </a:xfrm>
        </p:spPr>
        <p:txBody>
          <a:bodyPr>
            <a:normAutofit/>
          </a:bodyPr>
          <a:lstStyle/>
          <a:p>
            <a:pPr marL="285750" indent="-285750" algn="just">
              <a:buFont typeface="Arial" panose="020B0604020202020204" pitchFamily="34" charset="0"/>
              <a:buChar char="•"/>
            </a:pPr>
            <a:r>
              <a:rPr lang="en-GB" sz="2400" dirty="0"/>
              <a:t>A graph G is a collection of Vertices (Nodes) and edges.</a:t>
            </a:r>
          </a:p>
          <a:p>
            <a:pPr marL="285750" indent="-285750" algn="just">
              <a:buFont typeface="Arial" panose="020B0604020202020204" pitchFamily="34" charset="0"/>
              <a:buChar char="•"/>
            </a:pPr>
            <a:r>
              <a:rPr lang="en-GB" sz="2400" b="1" dirty="0"/>
              <a:t>Mathematical Definition</a:t>
            </a:r>
            <a:r>
              <a:rPr lang="en-GB" sz="2400" dirty="0"/>
              <a:t>: A graph is defined G=(V,E) where V = {1,2,3,...n} is the set of vertices and  E = { (</a:t>
            </a:r>
            <a:r>
              <a:rPr lang="en-GB" sz="2400" dirty="0" err="1"/>
              <a:t>u,v</a:t>
            </a:r>
            <a:r>
              <a:rPr lang="en-GB" sz="2400" dirty="0"/>
              <a:t>) ∣ </a:t>
            </a:r>
            <a:r>
              <a:rPr lang="en-GB" sz="2400" dirty="0" err="1"/>
              <a:t>u,v</a:t>
            </a:r>
            <a:r>
              <a:rPr lang="en-GB" sz="2400" dirty="0"/>
              <a:t> ∈ V } is the set of edges.</a:t>
            </a:r>
          </a:p>
          <a:p>
            <a:pPr marL="285750" indent="-285750" algn="just">
              <a:buFont typeface="Arial" panose="020B0604020202020204" pitchFamily="34" charset="0"/>
              <a:buChar char="•"/>
            </a:pPr>
            <a:r>
              <a:rPr lang="en-GB" sz="2400" b="1" dirty="0"/>
              <a:t>Undirected Graph ((</a:t>
            </a:r>
            <a:r>
              <a:rPr lang="en-GB" sz="2400" b="1" dirty="0" err="1"/>
              <a:t>u,v</a:t>
            </a:r>
            <a:r>
              <a:rPr lang="en-GB" sz="2400" b="1" dirty="0"/>
              <a:t>)=(</a:t>
            </a:r>
            <a:r>
              <a:rPr lang="en-GB" sz="2400" b="1" dirty="0" err="1"/>
              <a:t>v,u</a:t>
            </a:r>
            <a:r>
              <a:rPr lang="en-GB" sz="2400" b="1" dirty="0"/>
              <a:t>)) : </a:t>
            </a:r>
            <a:r>
              <a:rPr lang="en-GB" sz="2400" dirty="0"/>
              <a:t>Edges have no specific direction</a:t>
            </a:r>
          </a:p>
          <a:p>
            <a:pPr marL="285750" indent="-285750" algn="just">
              <a:buFont typeface="Arial" panose="020B0604020202020204" pitchFamily="34" charset="0"/>
              <a:buChar char="•"/>
            </a:pPr>
            <a:r>
              <a:rPr lang="en-GB" sz="2400" b="1" dirty="0"/>
              <a:t>Directed Graph ((</a:t>
            </a:r>
            <a:r>
              <a:rPr lang="en-GB" sz="2400" b="1" dirty="0" err="1"/>
              <a:t>u,v</a:t>
            </a:r>
            <a:r>
              <a:rPr lang="en-GB" sz="2400" b="1" dirty="0"/>
              <a:t>) ≠ (</a:t>
            </a:r>
            <a:r>
              <a:rPr lang="en-GB" sz="2400" b="1" dirty="0" err="1"/>
              <a:t>v,u</a:t>
            </a:r>
            <a:r>
              <a:rPr lang="en-GB" sz="2400" b="1" dirty="0"/>
              <a:t>)): </a:t>
            </a:r>
            <a:r>
              <a:rPr lang="en-GB" sz="2400" dirty="0"/>
              <a:t>Edges have a direction </a:t>
            </a:r>
          </a:p>
          <a:p>
            <a:pPr algn="just"/>
            <a:endParaRPr lang="en-US" sz="24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F031E-499D-8336-348F-BB87DED3EF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E2BCE9-7DBB-9F03-792B-CE23E3985711}"/>
              </a:ext>
            </a:extLst>
          </p:cNvPr>
          <p:cNvSpPr>
            <a:spLocks noGrp="1"/>
          </p:cNvSpPr>
          <p:nvPr>
            <p:ph type="title"/>
          </p:nvPr>
        </p:nvSpPr>
        <p:spPr>
          <a:xfrm>
            <a:off x="3132814" y="145947"/>
            <a:ext cx="4341412" cy="892932"/>
          </a:xfrm>
        </p:spPr>
        <p:txBody>
          <a:bodyPr>
            <a:normAutofit fontScale="90000"/>
          </a:bodyPr>
          <a:lstStyle/>
          <a:p>
            <a:r>
              <a:rPr lang="en-US" sz="6600" dirty="0"/>
              <a:t>Bridges</a:t>
            </a:r>
          </a:p>
        </p:txBody>
      </p:sp>
      <p:sp>
        <p:nvSpPr>
          <p:cNvPr id="7" name="Text Placeholder 6">
            <a:extLst>
              <a:ext uri="{FF2B5EF4-FFF2-40B4-BE49-F238E27FC236}">
                <a16:creationId xmlns:a16="http://schemas.microsoft.com/office/drawing/2014/main" id="{DA7C7961-1AF3-D5AC-6A51-C520371279A0}"/>
              </a:ext>
            </a:extLst>
          </p:cNvPr>
          <p:cNvSpPr>
            <a:spLocks noGrp="1"/>
          </p:cNvSpPr>
          <p:nvPr>
            <p:ph sz="half" idx="1"/>
          </p:nvPr>
        </p:nvSpPr>
        <p:spPr>
          <a:xfrm>
            <a:off x="3132813" y="1038879"/>
            <a:ext cx="8903473" cy="3006531"/>
          </a:xfrm>
        </p:spPr>
        <p:txBody>
          <a:bodyPr>
            <a:normAutofit/>
          </a:bodyPr>
          <a:lstStyle/>
          <a:p>
            <a:r>
              <a:rPr lang="en-GB" dirty="0"/>
              <a:t>An edge in a graph G = (V, E) is a bridge if its removal will increase the number of connected components of G.</a:t>
            </a:r>
          </a:p>
        </p:txBody>
      </p:sp>
      <p:sp>
        <p:nvSpPr>
          <p:cNvPr id="14" name="Slide Number Placeholder 13">
            <a:extLst>
              <a:ext uri="{FF2B5EF4-FFF2-40B4-BE49-F238E27FC236}">
                <a16:creationId xmlns:a16="http://schemas.microsoft.com/office/drawing/2014/main" id="{AAA017E1-2924-F2DE-4C28-5920FCD9A53F}"/>
              </a:ext>
            </a:extLst>
          </p:cNvPr>
          <p:cNvSpPr>
            <a:spLocks noGrp="1"/>
          </p:cNvSpPr>
          <p:nvPr>
            <p:ph type="sldNum" sz="quarter" idx="12"/>
          </p:nvPr>
        </p:nvSpPr>
        <p:spPr/>
        <p:txBody>
          <a:bodyPr/>
          <a:lstStyle/>
          <a:p>
            <a:fld id="{B5CEABB6-07DC-46E8-9B57-56EC44A396E5}" type="slidenum">
              <a:rPr lang="en-US" smtClean="0"/>
              <a:pPr/>
              <a:t>5</a:t>
            </a:fld>
            <a:endParaRPr lang="en-US" dirty="0"/>
          </a:p>
        </p:txBody>
      </p:sp>
      <p:pic>
        <p:nvPicPr>
          <p:cNvPr id="5" name="Picture 4">
            <a:extLst>
              <a:ext uri="{FF2B5EF4-FFF2-40B4-BE49-F238E27FC236}">
                <a16:creationId xmlns:a16="http://schemas.microsoft.com/office/drawing/2014/main" id="{594B5F49-E472-4547-A03C-6E82335556AB}"/>
              </a:ext>
            </a:extLst>
          </p:cNvPr>
          <p:cNvPicPr>
            <a:picLocks noChangeAspect="1"/>
          </p:cNvPicPr>
          <p:nvPr/>
        </p:nvPicPr>
        <p:blipFill>
          <a:blip r:embed="rId3"/>
          <a:stretch>
            <a:fillRect/>
          </a:stretch>
        </p:blipFill>
        <p:spPr>
          <a:xfrm>
            <a:off x="3933154" y="2120573"/>
            <a:ext cx="3730389" cy="2135901"/>
          </a:xfrm>
          <a:prstGeom prst="rect">
            <a:avLst/>
          </a:prstGeom>
        </p:spPr>
      </p:pic>
      <p:pic>
        <p:nvPicPr>
          <p:cNvPr id="6" name="Picture 2" descr="c# - In a graph, how do you determine if two vertices form a bridge and  which vertices will be part of which subgraph once the bridge is  disconnected? - Stack Overflow">
            <a:extLst>
              <a:ext uri="{FF2B5EF4-FFF2-40B4-BE49-F238E27FC236}">
                <a16:creationId xmlns:a16="http://schemas.microsoft.com/office/drawing/2014/main" id="{D422CEC6-BBEE-9729-F45F-FF70A204F3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63884" y="2120572"/>
            <a:ext cx="2777551" cy="213590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059A36A3-A72C-353D-2195-159335C73195}"/>
              </a:ext>
            </a:extLst>
          </p:cNvPr>
          <p:cNvPicPr>
            <a:picLocks noChangeAspect="1"/>
          </p:cNvPicPr>
          <p:nvPr/>
        </p:nvPicPr>
        <p:blipFill>
          <a:blip r:embed="rId5"/>
          <a:stretch>
            <a:fillRect/>
          </a:stretch>
        </p:blipFill>
        <p:spPr>
          <a:xfrm>
            <a:off x="8795276" y="4386634"/>
            <a:ext cx="2334841" cy="2334841"/>
          </a:xfrm>
          <a:prstGeom prst="rect">
            <a:avLst/>
          </a:prstGeom>
          <a:solidFill>
            <a:schemeClr val="bg1">
              <a:lumMod val="95000"/>
            </a:schemeClr>
          </a:solidFill>
        </p:spPr>
      </p:pic>
      <p:pic>
        <p:nvPicPr>
          <p:cNvPr id="1026" name="Picture 2" descr="Finding Bridges in an Undirected Graph using Tarjan's Algorithm">
            <a:extLst>
              <a:ext uri="{FF2B5EF4-FFF2-40B4-BE49-F238E27FC236}">
                <a16:creationId xmlns:a16="http://schemas.microsoft.com/office/drawing/2014/main" id="{8F0529AC-191A-FD8E-EDFF-568BE2235B6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33154" y="4504561"/>
            <a:ext cx="3746073" cy="2216914"/>
          </a:xfrm>
          <a:prstGeom prst="rect">
            <a:avLst/>
          </a:prstGeom>
          <a:solidFill>
            <a:schemeClr val="bg1"/>
          </a:solidFill>
        </p:spPr>
      </p:pic>
    </p:spTree>
    <p:extLst>
      <p:ext uri="{BB962C8B-B14F-4D97-AF65-F5344CB8AC3E}">
        <p14:creationId xmlns:p14="http://schemas.microsoft.com/office/powerpoint/2010/main" val="18555079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4833694" y="544285"/>
            <a:ext cx="6594768" cy="3445329"/>
          </a:xfrm>
        </p:spPr>
        <p:txBody>
          <a:bodyPr>
            <a:normAutofit/>
          </a:bodyPr>
          <a:lstStyle/>
          <a:p>
            <a:r>
              <a:rPr lang="en-US" dirty="0"/>
              <a:t>Problem Statements</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4829789" y="4130045"/>
            <a:ext cx="6594768" cy="1951523"/>
          </a:xfrm>
        </p:spPr>
        <p:txBody>
          <a:bodyPr/>
          <a:lstStyle/>
          <a:p>
            <a:r>
              <a:rPr lang="en-GB" dirty="0"/>
              <a:t>Implement the algorithm that finds the bridges in an undirected graph. </a:t>
            </a:r>
          </a:p>
        </p:txBody>
      </p:sp>
      <p:pic>
        <p:nvPicPr>
          <p:cNvPr id="13" name="Picture Placeholder 12" descr="Low angle view of tall buildings">
            <a:extLst>
              <a:ext uri="{FF2B5EF4-FFF2-40B4-BE49-F238E27FC236}">
                <a16:creationId xmlns:a16="http://schemas.microsoft.com/office/drawing/2014/main" id="{1DFE730E-30E7-DA99-A3EE-ACB889D161E9}"/>
              </a:ext>
            </a:extLst>
          </p:cNvPr>
          <p:cNvPicPr>
            <a:picLocks noGrp="1" noChangeAspect="1"/>
          </p:cNvPicPr>
          <p:nvPr>
            <p:ph type="pic" sz="quarter" idx="13"/>
          </p:nvPr>
        </p:nvPicPr>
        <p:blipFill>
          <a:blip r:embed="rId3"/>
          <a:srcRect l="43" r="43"/>
          <a:stretch/>
        </p:blipFill>
        <p:spPr>
          <a:xfrm>
            <a:off x="0" y="-1"/>
            <a:ext cx="4076118" cy="6096678"/>
          </a:xfrm>
        </p:spPr>
      </p:pic>
      <p:sp>
        <p:nvSpPr>
          <p:cNvPr id="44" name="Oval 43">
            <a:extLst>
              <a:ext uri="{FF2B5EF4-FFF2-40B4-BE49-F238E27FC236}">
                <a16:creationId xmlns:a16="http://schemas.microsoft.com/office/drawing/2014/main" id="{5F855448-57DF-E468-AF41-00CAAC2D7C74}"/>
              </a:ext>
              <a:ext uri="{C183D7F6-B498-43B3-948B-1728B52AA6E4}">
                <adec:decorative xmlns:adec="http://schemas.microsoft.com/office/drawing/2017/decorative" val="1"/>
              </a:ext>
            </a:extLst>
          </p:cNvPr>
          <p:cNvSpPr/>
          <p:nvPr/>
        </p:nvSpPr>
        <p:spPr>
          <a:xfrm>
            <a:off x="3903349" y="5895479"/>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3" name="Straight Connector 42">
            <a:extLst>
              <a:ext uri="{FF2B5EF4-FFF2-40B4-BE49-F238E27FC236}">
                <a16:creationId xmlns:a16="http://schemas.microsoft.com/office/drawing/2014/main" id="{752FDA21-768F-9929-E6D6-D78CD4F8EA24}"/>
              </a:ext>
              <a:ext uri="{C183D7F6-B498-43B3-948B-1728B52AA6E4}">
                <adec:decorative xmlns:adec="http://schemas.microsoft.com/office/drawing/2017/decorative" val="1"/>
              </a:ext>
            </a:extLst>
          </p:cNvPr>
          <p:cNvCxnSpPr>
            <a:cxnSpLocks/>
          </p:cNvCxnSpPr>
          <p:nvPr/>
        </p:nvCxnSpPr>
        <p:spPr>
          <a:xfrm>
            <a:off x="-97971" y="1909602"/>
            <a:ext cx="4160955" cy="414915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95392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D2AE59-5630-4D5C-83A9-4CDEF4D7DCFB}"/>
              </a:ext>
            </a:extLst>
          </p:cNvPr>
          <p:cNvSpPr>
            <a:spLocks noGrp="1"/>
          </p:cNvSpPr>
          <p:nvPr>
            <p:ph type="title"/>
          </p:nvPr>
        </p:nvSpPr>
        <p:spPr>
          <a:xfrm>
            <a:off x="771525" y="199426"/>
            <a:ext cx="9389288" cy="1362456"/>
          </a:xfrm>
        </p:spPr>
        <p:txBody>
          <a:bodyPr/>
          <a:lstStyle/>
          <a:p>
            <a:r>
              <a:rPr lang="en-US" dirty="0"/>
              <a:t>Naive Approach</a:t>
            </a:r>
          </a:p>
        </p:txBody>
      </p:sp>
      <p:sp>
        <p:nvSpPr>
          <p:cNvPr id="6" name="Content Placeholder 5">
            <a:extLst>
              <a:ext uri="{FF2B5EF4-FFF2-40B4-BE49-F238E27FC236}">
                <a16:creationId xmlns:a16="http://schemas.microsoft.com/office/drawing/2014/main" id="{5A6B31B0-7B84-475D-961F-09C0191F91A2}"/>
              </a:ext>
            </a:extLst>
          </p:cNvPr>
          <p:cNvSpPr>
            <a:spLocks noGrp="1"/>
          </p:cNvSpPr>
          <p:nvPr>
            <p:ph sz="half" idx="14"/>
          </p:nvPr>
        </p:nvSpPr>
        <p:spPr>
          <a:xfrm>
            <a:off x="771524" y="1175657"/>
            <a:ext cx="9972675" cy="4920343"/>
          </a:xfrm>
        </p:spPr>
        <p:txBody>
          <a:bodyPr vert="horz" lIns="91440" tIns="45720" rIns="91440" bIns="45720" rtlCol="0" anchor="t">
            <a:normAutofit/>
          </a:bodyPr>
          <a:lstStyle/>
          <a:p>
            <a:pPr marL="342900" indent="-342900" algn="just">
              <a:lnSpc>
                <a:spcPct val="100000"/>
              </a:lnSpc>
              <a:spcBef>
                <a:spcPts val="600"/>
              </a:spcBef>
              <a:buFont typeface="Arial" panose="020B0604020202020204" pitchFamily="34" charset="0"/>
              <a:buChar char="•"/>
            </a:pPr>
            <a:r>
              <a:rPr lang="en-GB" sz="2400" dirty="0"/>
              <a:t>One by one remove all edges and see if the removal of an edge can causes an increase in number of connected components of G. </a:t>
            </a:r>
          </a:p>
          <a:p>
            <a:pPr marL="342900" indent="-342900" algn="just">
              <a:lnSpc>
                <a:spcPct val="100000"/>
              </a:lnSpc>
              <a:spcBef>
                <a:spcPts val="600"/>
              </a:spcBef>
              <a:buFont typeface="Arial" panose="020B0604020202020204" pitchFamily="34" charset="0"/>
              <a:buChar char="•"/>
            </a:pPr>
            <a:r>
              <a:rPr lang="en-GB" sz="2400" dirty="0"/>
              <a:t> For every edge (u, v), do the following:</a:t>
            </a:r>
          </a:p>
          <a:p>
            <a:pPr marL="800100" lvl="1" indent="-342900" algn="just">
              <a:lnSpc>
                <a:spcPct val="100000"/>
              </a:lnSpc>
              <a:spcBef>
                <a:spcPts val="600"/>
              </a:spcBef>
              <a:buFont typeface="Wingdings" panose="05000000000000000000" pitchFamily="2" charset="2"/>
              <a:buChar char="Ø"/>
            </a:pPr>
            <a:r>
              <a:rPr lang="en-GB" sz="2400" dirty="0"/>
              <a:t>Remove (u, v) from the graph </a:t>
            </a:r>
          </a:p>
          <a:p>
            <a:pPr marL="800100" lvl="1" indent="-342900" algn="just">
              <a:lnSpc>
                <a:spcPct val="100000"/>
              </a:lnSpc>
              <a:spcBef>
                <a:spcPts val="600"/>
              </a:spcBef>
              <a:buFont typeface="Wingdings" panose="05000000000000000000" pitchFamily="2" charset="2"/>
              <a:buChar char="Ø"/>
            </a:pPr>
            <a:r>
              <a:rPr lang="en-GB" sz="2400" dirty="0"/>
              <a:t>See if the graph remains connected (either uses BFS or DFS) </a:t>
            </a:r>
          </a:p>
          <a:p>
            <a:pPr marL="800100" lvl="1" indent="-342900" algn="just">
              <a:lnSpc>
                <a:spcPct val="100000"/>
              </a:lnSpc>
              <a:spcBef>
                <a:spcPts val="600"/>
              </a:spcBef>
              <a:buFont typeface="Wingdings" panose="05000000000000000000" pitchFamily="2" charset="2"/>
              <a:buChar char="Ø"/>
            </a:pPr>
            <a:r>
              <a:rPr lang="en-GB" sz="2400" dirty="0"/>
              <a:t>Add (u, v) back to the graph.</a:t>
            </a:r>
          </a:p>
          <a:p>
            <a:pPr marL="342900" indent="-342900" algn="just">
              <a:lnSpc>
                <a:spcPct val="100000"/>
              </a:lnSpc>
              <a:spcBef>
                <a:spcPts val="600"/>
              </a:spcBef>
              <a:buFont typeface="Arial" panose="020B0604020202020204" pitchFamily="34" charset="0"/>
              <a:buChar char="•"/>
            </a:pPr>
            <a:r>
              <a:rPr lang="en-GB" sz="2400" b="1" dirty="0"/>
              <a:t>Time Complexity</a:t>
            </a:r>
            <a:r>
              <a:rPr lang="en-GB" sz="2400" dirty="0"/>
              <a:t>: O(E*(V+E)) for a graph represented by an adjacency list.</a:t>
            </a:r>
          </a:p>
          <a:p>
            <a:pPr marL="342900" indent="-342900" algn="just">
              <a:lnSpc>
                <a:spcPct val="100000"/>
              </a:lnSpc>
              <a:spcBef>
                <a:spcPts val="600"/>
              </a:spcBef>
              <a:buFont typeface="Arial" panose="020B0604020202020204" pitchFamily="34" charset="0"/>
              <a:buChar char="•"/>
            </a:pPr>
            <a:r>
              <a:rPr lang="en-GB" sz="2400" b="1" dirty="0"/>
              <a:t>Auxiliary Space</a:t>
            </a:r>
            <a:r>
              <a:rPr lang="en-GB" sz="2400" dirty="0"/>
              <a:t>: O(V+E)</a:t>
            </a:r>
          </a:p>
        </p:txBody>
      </p:sp>
      <p:sp>
        <p:nvSpPr>
          <p:cNvPr id="7" name="Slide Number Placeholder 6">
            <a:extLst>
              <a:ext uri="{FF2B5EF4-FFF2-40B4-BE49-F238E27FC236}">
                <a16:creationId xmlns:a16="http://schemas.microsoft.com/office/drawing/2014/main" id="{08761B51-19E8-1412-3155-39DDEACA1818}"/>
              </a:ext>
            </a:extLst>
          </p:cNvPr>
          <p:cNvSpPr>
            <a:spLocks noGrp="1"/>
          </p:cNvSpPr>
          <p:nvPr>
            <p:ph type="sldNum" sz="quarter" idx="12"/>
          </p:nvPr>
        </p:nvSpPr>
        <p:spPr/>
        <p:txBody>
          <a:bodyPr/>
          <a:lstStyle/>
          <a:p>
            <a:fld id="{B5CEABB6-07DC-46E8-9B57-56EC44A396E5}" type="slidenum">
              <a:rPr lang="en-US" smtClean="0"/>
              <a:pPr/>
              <a:t>7</a:t>
            </a:fld>
            <a:endParaRPr lang="en-US" dirty="0"/>
          </a:p>
        </p:txBody>
      </p:sp>
    </p:spTree>
    <p:extLst>
      <p:ext uri="{BB962C8B-B14F-4D97-AF65-F5344CB8AC3E}">
        <p14:creationId xmlns:p14="http://schemas.microsoft.com/office/powerpoint/2010/main" val="41516945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08C79-A4AC-4B5D-92DF-600737E4D11A}"/>
              </a:ext>
            </a:extLst>
          </p:cNvPr>
          <p:cNvSpPr>
            <a:spLocks noGrp="1"/>
          </p:cNvSpPr>
          <p:nvPr>
            <p:ph type="title"/>
          </p:nvPr>
        </p:nvSpPr>
        <p:spPr>
          <a:xfrm>
            <a:off x="3520440" y="101454"/>
            <a:ext cx="5340531" cy="834718"/>
          </a:xfrm>
        </p:spPr>
        <p:txBody>
          <a:bodyPr/>
          <a:lstStyle/>
          <a:p>
            <a:r>
              <a:rPr lang="en-US" dirty="0"/>
              <a:t>Naive Approach</a:t>
            </a:r>
          </a:p>
        </p:txBody>
      </p:sp>
      <p:sp>
        <p:nvSpPr>
          <p:cNvPr id="14" name="Slide Number Placeholder 13">
            <a:extLst>
              <a:ext uri="{FF2B5EF4-FFF2-40B4-BE49-F238E27FC236}">
                <a16:creationId xmlns:a16="http://schemas.microsoft.com/office/drawing/2014/main" id="{F3DE1AA4-0AE6-C6D5-E252-BBD5ED259E32}"/>
              </a:ext>
            </a:extLst>
          </p:cNvPr>
          <p:cNvSpPr>
            <a:spLocks noGrp="1"/>
          </p:cNvSpPr>
          <p:nvPr>
            <p:ph type="sldNum" sz="quarter" idx="12"/>
          </p:nvPr>
        </p:nvSpPr>
        <p:spPr/>
        <p:txBody>
          <a:bodyPr/>
          <a:lstStyle/>
          <a:p>
            <a:fld id="{B5CEABB6-07DC-46E8-9B57-56EC44A396E5}" type="slidenum">
              <a:rPr lang="en-US" smtClean="0"/>
              <a:pPr/>
              <a:t>8</a:t>
            </a:fld>
            <a:endParaRPr lang="en-US" dirty="0"/>
          </a:p>
        </p:txBody>
      </p:sp>
      <p:sp>
        <p:nvSpPr>
          <p:cNvPr id="8" name="Text Placeholder 1">
            <a:extLst>
              <a:ext uri="{FF2B5EF4-FFF2-40B4-BE49-F238E27FC236}">
                <a16:creationId xmlns:a16="http://schemas.microsoft.com/office/drawing/2014/main" id="{4DD30D4D-B092-741E-7358-ADF7E9246876}"/>
              </a:ext>
            </a:extLst>
          </p:cNvPr>
          <p:cNvSpPr txBox="1">
            <a:spLocks/>
          </p:cNvSpPr>
          <p:nvPr/>
        </p:nvSpPr>
        <p:spPr>
          <a:xfrm>
            <a:off x="3295237" y="936172"/>
            <a:ext cx="7882683" cy="5697622"/>
          </a:xfrm>
          <a:prstGeom prst="rect">
            <a:avLst/>
          </a:prstGeom>
          <a:solidFill>
            <a:schemeClr val="tx1">
              <a:lumMod val="85000"/>
              <a:lumOff val="15000"/>
            </a:schemeClr>
          </a:solidFill>
        </p:spPr>
        <p:txBody>
          <a:bodyPr vert="horz" lIns="91440" tIns="45720" rIns="91440" bIns="45720" rtlCol="0">
            <a:noAutofit/>
          </a:bodyPr>
          <a:lstStyle>
            <a:lvl1pPr marL="0" indent="0" algn="l" defTabSz="914400" rtl="0" eaLnBrk="1" latinLnBrk="0" hangingPunct="1">
              <a:lnSpc>
                <a:spcPts val="2000"/>
              </a:lnSpc>
              <a:spcBef>
                <a:spcPts val="0"/>
              </a:spcBef>
              <a:spcAft>
                <a:spcPts val="1200"/>
              </a:spcAft>
              <a:buFont typeface="Arial" panose="020B0604020202020204" pitchFamily="34" charset="0"/>
              <a:buNone/>
              <a:defRPr sz="1800" kern="1200">
                <a:solidFill>
                  <a:schemeClr val="tx1"/>
                </a:solidFill>
                <a:latin typeface="+mn-lt"/>
                <a:ea typeface="+mn-ea"/>
                <a:cs typeface="+mn-cs"/>
              </a:defRPr>
            </a:lvl1pPr>
            <a:lvl2pPr marL="457200" indent="-228600" algn="l" defTabSz="914400" rtl="0" eaLnBrk="1" latinLnBrk="0" hangingPunct="1">
              <a:lnSpc>
                <a:spcPts val="2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2pPr>
            <a:lvl3pPr marL="914400" indent="-228600" algn="l" defTabSz="914400" rtl="0" eaLnBrk="1" latinLnBrk="0" hangingPunct="1">
              <a:lnSpc>
                <a:spcPts val="2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3pPr>
            <a:lvl4pPr marL="1371600" indent="-228600" algn="l" defTabSz="914400" rtl="0" eaLnBrk="1" latinLnBrk="0" hangingPunct="1">
              <a:lnSpc>
                <a:spcPts val="2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1828800" indent="-228600" algn="l" defTabSz="914400" rtl="0" eaLnBrk="1" latinLnBrk="0" hangingPunct="1">
              <a:lnSpc>
                <a:spcPts val="2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425"/>
              </a:lnSpc>
            </a:pPr>
            <a:r>
              <a:rPr lang="en-GB" sz="1400" b="1" dirty="0">
                <a:solidFill>
                  <a:srgbClr val="CCCCCC"/>
                </a:solidFill>
                <a:latin typeface="Consolas" panose="020B0609020204030204" pitchFamily="49" charset="0"/>
              </a:rPr>
              <a:t>Function </a:t>
            </a:r>
            <a:r>
              <a:rPr lang="en-GB" sz="1400" b="1" dirty="0" err="1">
                <a:solidFill>
                  <a:srgbClr val="CCCCCC"/>
                </a:solidFill>
                <a:latin typeface="Consolas" panose="020B0609020204030204" pitchFamily="49" charset="0"/>
              </a:rPr>
              <a:t>findBridges</a:t>
            </a:r>
            <a:r>
              <a:rPr lang="en-GB" sz="1400" b="1" dirty="0">
                <a:solidFill>
                  <a:srgbClr val="CCCCCC"/>
                </a:solidFill>
                <a:latin typeface="Consolas" panose="020B0609020204030204" pitchFamily="49" charset="0"/>
              </a:rPr>
              <a:t>(graph):</a:t>
            </a:r>
          </a:p>
          <a:p>
            <a:pPr>
              <a:lnSpc>
                <a:spcPts val="1425"/>
              </a:lnSpc>
            </a:pPr>
            <a:r>
              <a:rPr lang="en-GB" sz="1400" dirty="0">
                <a:solidFill>
                  <a:srgbClr val="CCCCCC"/>
                </a:solidFill>
                <a:latin typeface="Consolas" panose="020B0609020204030204" pitchFamily="49" charset="0"/>
              </a:rPr>
              <a:t>    </a:t>
            </a:r>
            <a:br>
              <a:rPr lang="en-GB" sz="1400" dirty="0">
                <a:solidFill>
                  <a:srgbClr val="CCCCCC"/>
                </a:solidFill>
                <a:latin typeface="Consolas" panose="020B0609020204030204" pitchFamily="49" charset="0"/>
              </a:rPr>
            </a:br>
            <a:r>
              <a:rPr lang="en-GB" sz="1400" dirty="0">
                <a:solidFill>
                  <a:srgbClr val="CCCCCC"/>
                </a:solidFill>
                <a:latin typeface="Consolas" panose="020B0609020204030204" pitchFamily="49" charset="0"/>
              </a:rPr>
              <a:t> bridges </a:t>
            </a:r>
            <a:r>
              <a:rPr lang="en-GB" sz="1400" dirty="0">
                <a:solidFill>
                  <a:srgbClr val="D4D4D4"/>
                </a:solidFill>
                <a:latin typeface="Consolas" panose="020B0609020204030204" pitchFamily="49" charset="0"/>
              </a:rPr>
              <a:t>=</a:t>
            </a:r>
            <a:r>
              <a:rPr lang="en-GB" sz="1400" dirty="0">
                <a:solidFill>
                  <a:srgbClr val="CCCCCC"/>
                </a:solidFill>
                <a:latin typeface="Consolas" panose="020B0609020204030204" pitchFamily="49" charset="0"/>
              </a:rPr>
              <a:t> []  </a:t>
            </a:r>
          </a:p>
          <a:p>
            <a:pPr>
              <a:lnSpc>
                <a:spcPts val="1425"/>
              </a:lnSpc>
            </a:pPr>
            <a:r>
              <a:rPr lang="en-GB" sz="1400" dirty="0">
                <a:solidFill>
                  <a:srgbClr val="CCCCCC"/>
                </a:solidFill>
                <a:latin typeface="Consolas" panose="020B0609020204030204" pitchFamily="49" charset="0"/>
              </a:rPr>
              <a:t>    </a:t>
            </a:r>
            <a:r>
              <a:rPr lang="en-GB" sz="1400" dirty="0">
                <a:solidFill>
                  <a:srgbClr val="C586C0"/>
                </a:solidFill>
                <a:latin typeface="Consolas" panose="020B0609020204030204" pitchFamily="49" charset="0"/>
              </a:rPr>
              <a:t>for</a:t>
            </a:r>
            <a:r>
              <a:rPr lang="en-GB" sz="1400" dirty="0">
                <a:solidFill>
                  <a:srgbClr val="CCCCCC"/>
                </a:solidFill>
                <a:latin typeface="Consolas" panose="020B0609020204030204" pitchFamily="49" charset="0"/>
              </a:rPr>
              <a:t> each edge (u, v) </a:t>
            </a:r>
            <a:r>
              <a:rPr lang="en-GB" sz="1400" dirty="0">
                <a:solidFill>
                  <a:srgbClr val="C586C0"/>
                </a:solidFill>
                <a:latin typeface="Consolas" panose="020B0609020204030204" pitchFamily="49" charset="0"/>
              </a:rPr>
              <a:t>in</a:t>
            </a:r>
            <a:r>
              <a:rPr lang="en-GB" sz="1400" dirty="0">
                <a:solidFill>
                  <a:srgbClr val="CCCCCC"/>
                </a:solidFill>
                <a:latin typeface="Consolas" panose="020B0609020204030204" pitchFamily="49" charset="0"/>
              </a:rPr>
              <a:t> graph:</a:t>
            </a:r>
          </a:p>
          <a:p>
            <a:pPr>
              <a:lnSpc>
                <a:spcPts val="1425"/>
              </a:lnSpc>
            </a:pPr>
            <a:r>
              <a:rPr lang="en-GB" sz="1400" dirty="0">
                <a:solidFill>
                  <a:srgbClr val="CCCCCC"/>
                </a:solidFill>
                <a:latin typeface="Consolas" panose="020B0609020204030204" pitchFamily="49" charset="0"/>
              </a:rPr>
              <a:t>        </a:t>
            </a:r>
            <a:r>
              <a:rPr lang="en-GB" sz="1400" dirty="0" err="1">
                <a:solidFill>
                  <a:srgbClr val="CCCCCC"/>
                </a:solidFill>
                <a:latin typeface="Consolas" panose="020B0609020204030204" pitchFamily="49" charset="0"/>
              </a:rPr>
              <a:t>removeEdge</a:t>
            </a:r>
            <a:r>
              <a:rPr lang="en-GB" sz="1400" dirty="0">
                <a:solidFill>
                  <a:srgbClr val="CCCCCC"/>
                </a:solidFill>
                <a:latin typeface="Consolas" panose="020B0609020204030204" pitchFamily="49" charset="0"/>
              </a:rPr>
              <a:t>(graph, u, v)</a:t>
            </a:r>
          </a:p>
          <a:p>
            <a:pPr>
              <a:lnSpc>
                <a:spcPts val="1425"/>
              </a:lnSpc>
            </a:pPr>
            <a:br>
              <a:rPr lang="en-GB" sz="1400" dirty="0">
                <a:solidFill>
                  <a:srgbClr val="CCCCCC"/>
                </a:solidFill>
                <a:latin typeface="Consolas" panose="020B0609020204030204" pitchFamily="49" charset="0"/>
              </a:rPr>
            </a:br>
            <a:r>
              <a:rPr lang="en-GB" sz="1400" dirty="0">
                <a:solidFill>
                  <a:srgbClr val="CCCCCC"/>
                </a:solidFill>
                <a:latin typeface="Consolas" panose="020B0609020204030204" pitchFamily="49" charset="0"/>
              </a:rPr>
              <a:t>     </a:t>
            </a:r>
            <a:r>
              <a:rPr lang="en-GB" sz="1400" dirty="0">
                <a:solidFill>
                  <a:srgbClr val="6A9955"/>
                </a:solidFill>
                <a:latin typeface="Consolas" panose="020B0609020204030204" pitchFamily="49" charset="0"/>
              </a:rPr>
              <a:t># Check if the graph remains connected using DFS/BFS</a:t>
            </a:r>
            <a:endParaRPr lang="en-GB" sz="1400" dirty="0">
              <a:solidFill>
                <a:srgbClr val="CCCCCC"/>
              </a:solidFill>
              <a:latin typeface="Consolas" panose="020B0609020204030204" pitchFamily="49" charset="0"/>
            </a:endParaRPr>
          </a:p>
          <a:p>
            <a:pPr>
              <a:lnSpc>
                <a:spcPts val="1425"/>
              </a:lnSpc>
            </a:pPr>
            <a:r>
              <a:rPr lang="en-GB" sz="1400" dirty="0">
                <a:solidFill>
                  <a:srgbClr val="CCCCCC"/>
                </a:solidFill>
                <a:latin typeface="Consolas" panose="020B0609020204030204" pitchFamily="49" charset="0"/>
              </a:rPr>
              <a:t>        visited </a:t>
            </a:r>
            <a:r>
              <a:rPr lang="en-GB" sz="1400" dirty="0">
                <a:solidFill>
                  <a:srgbClr val="D4D4D4"/>
                </a:solidFill>
                <a:latin typeface="Consolas" panose="020B0609020204030204" pitchFamily="49" charset="0"/>
              </a:rPr>
              <a:t>=</a:t>
            </a:r>
            <a:r>
              <a:rPr lang="en-GB" sz="1400" dirty="0">
                <a:solidFill>
                  <a:srgbClr val="CCCCCC"/>
                </a:solidFill>
                <a:latin typeface="Consolas" panose="020B0609020204030204" pitchFamily="49" charset="0"/>
              </a:rPr>
              <a:t> </a:t>
            </a:r>
            <a:r>
              <a:rPr lang="en-GB" sz="1400" dirty="0">
                <a:solidFill>
                  <a:srgbClr val="4EC9B0"/>
                </a:solidFill>
                <a:latin typeface="Consolas" panose="020B0609020204030204" pitchFamily="49" charset="0"/>
              </a:rPr>
              <a:t>set</a:t>
            </a:r>
            <a:r>
              <a:rPr lang="en-GB" sz="1400" dirty="0">
                <a:solidFill>
                  <a:srgbClr val="CCCCCC"/>
                </a:solidFill>
                <a:latin typeface="Consolas" panose="020B0609020204030204" pitchFamily="49" charset="0"/>
              </a:rPr>
              <a:t>()</a:t>
            </a:r>
          </a:p>
          <a:p>
            <a:pPr>
              <a:lnSpc>
                <a:spcPts val="1425"/>
              </a:lnSpc>
            </a:pPr>
            <a:r>
              <a:rPr lang="en-GB" sz="1400" dirty="0">
                <a:solidFill>
                  <a:srgbClr val="CCCCCC"/>
                </a:solidFill>
                <a:latin typeface="Consolas" panose="020B0609020204030204" pitchFamily="49" charset="0"/>
              </a:rPr>
              <a:t>        </a:t>
            </a:r>
            <a:r>
              <a:rPr lang="en-GB" sz="1400" dirty="0" err="1">
                <a:solidFill>
                  <a:srgbClr val="CCCCCC"/>
                </a:solidFill>
                <a:latin typeface="Consolas" panose="020B0609020204030204" pitchFamily="49" charset="0"/>
              </a:rPr>
              <a:t>start_node</a:t>
            </a:r>
            <a:r>
              <a:rPr lang="en-GB" sz="1400" dirty="0">
                <a:solidFill>
                  <a:srgbClr val="CCCCCC"/>
                </a:solidFill>
                <a:latin typeface="Consolas" panose="020B0609020204030204" pitchFamily="49" charset="0"/>
              </a:rPr>
              <a:t> </a:t>
            </a:r>
            <a:r>
              <a:rPr lang="en-GB" sz="1400" dirty="0">
                <a:solidFill>
                  <a:srgbClr val="D4D4D4"/>
                </a:solidFill>
                <a:latin typeface="Consolas" panose="020B0609020204030204" pitchFamily="49" charset="0"/>
              </a:rPr>
              <a:t>=</a:t>
            </a:r>
            <a:r>
              <a:rPr lang="en-GB" sz="1400" dirty="0">
                <a:solidFill>
                  <a:srgbClr val="CCCCCC"/>
                </a:solidFill>
                <a:latin typeface="Consolas" panose="020B0609020204030204" pitchFamily="49" charset="0"/>
              </a:rPr>
              <a:t> </a:t>
            </a:r>
            <a:r>
              <a:rPr lang="en-GB" sz="1400" dirty="0">
                <a:solidFill>
                  <a:srgbClr val="DCDCAA"/>
                </a:solidFill>
                <a:latin typeface="Consolas" panose="020B0609020204030204" pitchFamily="49" charset="0"/>
              </a:rPr>
              <a:t>any</a:t>
            </a:r>
            <a:r>
              <a:rPr lang="en-GB" sz="1400" dirty="0">
                <a:solidFill>
                  <a:srgbClr val="CCCCCC"/>
                </a:solidFill>
                <a:latin typeface="Consolas" panose="020B0609020204030204" pitchFamily="49" charset="0"/>
              </a:rPr>
              <a:t> remaining node </a:t>
            </a:r>
            <a:r>
              <a:rPr lang="en-GB" sz="1400" dirty="0">
                <a:solidFill>
                  <a:srgbClr val="569CD6"/>
                </a:solidFill>
                <a:latin typeface="Consolas" panose="020B0609020204030204" pitchFamily="49" charset="0"/>
              </a:rPr>
              <a:t>in</a:t>
            </a:r>
            <a:r>
              <a:rPr lang="en-GB" sz="1400" dirty="0">
                <a:solidFill>
                  <a:srgbClr val="CCCCCC"/>
                </a:solidFill>
                <a:latin typeface="Consolas" panose="020B0609020204030204" pitchFamily="49" charset="0"/>
              </a:rPr>
              <a:t> graph</a:t>
            </a:r>
          </a:p>
          <a:p>
            <a:pPr>
              <a:lnSpc>
                <a:spcPts val="1425"/>
              </a:lnSpc>
            </a:pPr>
            <a:r>
              <a:rPr lang="en-GB" sz="1400" dirty="0">
                <a:solidFill>
                  <a:srgbClr val="CCCCCC"/>
                </a:solidFill>
                <a:latin typeface="Consolas" panose="020B0609020204030204" pitchFamily="49" charset="0"/>
              </a:rPr>
              <a:t>        DFS(graph, </a:t>
            </a:r>
            <a:r>
              <a:rPr lang="en-GB" sz="1400" dirty="0" err="1">
                <a:solidFill>
                  <a:srgbClr val="CCCCCC"/>
                </a:solidFill>
                <a:latin typeface="Consolas" panose="020B0609020204030204" pitchFamily="49" charset="0"/>
              </a:rPr>
              <a:t>start_node</a:t>
            </a:r>
            <a:r>
              <a:rPr lang="en-GB" sz="1400" dirty="0">
                <a:solidFill>
                  <a:srgbClr val="CCCCCC"/>
                </a:solidFill>
                <a:latin typeface="Consolas" panose="020B0609020204030204" pitchFamily="49" charset="0"/>
              </a:rPr>
              <a:t>, visited)</a:t>
            </a:r>
          </a:p>
          <a:p>
            <a:pPr>
              <a:lnSpc>
                <a:spcPts val="1425"/>
              </a:lnSpc>
            </a:pPr>
            <a:br>
              <a:rPr lang="en-GB" sz="1400" dirty="0">
                <a:solidFill>
                  <a:srgbClr val="CCCCCC"/>
                </a:solidFill>
                <a:latin typeface="Consolas" panose="020B0609020204030204" pitchFamily="49" charset="0"/>
              </a:rPr>
            </a:br>
            <a:r>
              <a:rPr lang="en-GB" sz="1400" dirty="0">
                <a:solidFill>
                  <a:srgbClr val="6A9955"/>
                </a:solidFill>
                <a:latin typeface="Consolas" panose="020B0609020204030204" pitchFamily="49" charset="0"/>
              </a:rPr>
              <a:t># If some nodes are not visited, the graph is disconnected =&gt; (u, v) is a bridge</a:t>
            </a:r>
            <a:endParaRPr lang="en-GB" sz="1400" dirty="0">
              <a:solidFill>
                <a:srgbClr val="CCCCCC"/>
              </a:solidFill>
              <a:latin typeface="Consolas" panose="020B0609020204030204" pitchFamily="49" charset="0"/>
            </a:endParaRPr>
          </a:p>
          <a:p>
            <a:pPr>
              <a:lnSpc>
                <a:spcPts val="1425"/>
              </a:lnSpc>
            </a:pPr>
            <a:r>
              <a:rPr lang="en-GB" sz="1400" dirty="0">
                <a:solidFill>
                  <a:srgbClr val="CCCCCC"/>
                </a:solidFill>
                <a:latin typeface="Consolas" panose="020B0609020204030204" pitchFamily="49" charset="0"/>
              </a:rPr>
              <a:t>        </a:t>
            </a:r>
            <a:r>
              <a:rPr lang="en-GB" sz="1400" dirty="0">
                <a:solidFill>
                  <a:srgbClr val="C586C0"/>
                </a:solidFill>
                <a:latin typeface="Consolas" panose="020B0609020204030204" pitchFamily="49" charset="0"/>
              </a:rPr>
              <a:t>if</a:t>
            </a:r>
            <a:r>
              <a:rPr lang="en-GB" sz="1400" dirty="0">
                <a:solidFill>
                  <a:srgbClr val="CCCCCC"/>
                </a:solidFill>
                <a:latin typeface="Consolas" panose="020B0609020204030204" pitchFamily="49" charset="0"/>
              </a:rPr>
              <a:t> </a:t>
            </a:r>
            <a:r>
              <a:rPr lang="en-GB" sz="1400" dirty="0" err="1">
                <a:solidFill>
                  <a:srgbClr val="DCDCAA"/>
                </a:solidFill>
                <a:latin typeface="Consolas" panose="020B0609020204030204" pitchFamily="49" charset="0"/>
              </a:rPr>
              <a:t>len</a:t>
            </a:r>
            <a:r>
              <a:rPr lang="en-GB" sz="1400" dirty="0">
                <a:solidFill>
                  <a:srgbClr val="CCCCCC"/>
                </a:solidFill>
                <a:latin typeface="Consolas" panose="020B0609020204030204" pitchFamily="49" charset="0"/>
              </a:rPr>
              <a:t>(visited) </a:t>
            </a:r>
            <a:r>
              <a:rPr lang="en-GB" sz="1400" dirty="0">
                <a:solidFill>
                  <a:srgbClr val="D4D4D4"/>
                </a:solidFill>
                <a:latin typeface="Consolas" panose="020B0609020204030204" pitchFamily="49" charset="0"/>
              </a:rPr>
              <a:t>&lt;</a:t>
            </a:r>
            <a:r>
              <a:rPr lang="en-GB" sz="1400" dirty="0">
                <a:solidFill>
                  <a:srgbClr val="CCCCCC"/>
                </a:solidFill>
                <a:latin typeface="Consolas" panose="020B0609020204030204" pitchFamily="49" charset="0"/>
              </a:rPr>
              <a:t> total number of nodes:</a:t>
            </a:r>
          </a:p>
          <a:p>
            <a:pPr>
              <a:lnSpc>
                <a:spcPts val="1425"/>
              </a:lnSpc>
            </a:pPr>
            <a:r>
              <a:rPr lang="en-GB" sz="1400" dirty="0">
                <a:solidFill>
                  <a:srgbClr val="CCCCCC"/>
                </a:solidFill>
                <a:latin typeface="Consolas" panose="020B0609020204030204" pitchFamily="49" charset="0"/>
              </a:rPr>
              <a:t>            </a:t>
            </a:r>
            <a:r>
              <a:rPr lang="en-GB" sz="1400" dirty="0" err="1">
                <a:solidFill>
                  <a:srgbClr val="CCCCCC"/>
                </a:solidFill>
                <a:latin typeface="Consolas" panose="020B0609020204030204" pitchFamily="49" charset="0"/>
              </a:rPr>
              <a:t>bridges.append</a:t>
            </a:r>
            <a:r>
              <a:rPr lang="en-GB" sz="1400" dirty="0">
                <a:solidFill>
                  <a:srgbClr val="CCCCCC"/>
                </a:solidFill>
                <a:latin typeface="Consolas" panose="020B0609020204030204" pitchFamily="49" charset="0"/>
              </a:rPr>
              <a:t>((u, v))</a:t>
            </a:r>
          </a:p>
          <a:p>
            <a:pPr>
              <a:lnSpc>
                <a:spcPts val="1425"/>
              </a:lnSpc>
            </a:pPr>
            <a:br>
              <a:rPr lang="en-GB" sz="1400" dirty="0">
                <a:solidFill>
                  <a:srgbClr val="CCCCCC"/>
                </a:solidFill>
                <a:latin typeface="Consolas" panose="020B0609020204030204" pitchFamily="49" charset="0"/>
              </a:rPr>
            </a:br>
            <a:r>
              <a:rPr lang="en-GB" sz="1400" dirty="0">
                <a:solidFill>
                  <a:srgbClr val="CCCCCC"/>
                </a:solidFill>
                <a:latin typeface="Consolas" panose="020B0609020204030204" pitchFamily="49" charset="0"/>
              </a:rPr>
              <a:t>     </a:t>
            </a:r>
            <a:r>
              <a:rPr lang="en-GB" sz="1400" dirty="0">
                <a:solidFill>
                  <a:srgbClr val="6A9955"/>
                </a:solidFill>
                <a:latin typeface="Consolas" panose="020B0609020204030204" pitchFamily="49" charset="0"/>
              </a:rPr>
              <a:t># Add edge (u, v) back</a:t>
            </a:r>
            <a:endParaRPr lang="en-GB" sz="1400" dirty="0">
              <a:solidFill>
                <a:srgbClr val="CCCCCC"/>
              </a:solidFill>
              <a:latin typeface="Consolas" panose="020B0609020204030204" pitchFamily="49" charset="0"/>
            </a:endParaRPr>
          </a:p>
          <a:p>
            <a:pPr>
              <a:lnSpc>
                <a:spcPts val="1425"/>
              </a:lnSpc>
            </a:pPr>
            <a:r>
              <a:rPr lang="en-GB" sz="1400" dirty="0">
                <a:solidFill>
                  <a:srgbClr val="CCCCCC"/>
                </a:solidFill>
                <a:latin typeface="Consolas" panose="020B0609020204030204" pitchFamily="49" charset="0"/>
              </a:rPr>
              <a:t>        </a:t>
            </a:r>
            <a:r>
              <a:rPr lang="en-GB" sz="1400" dirty="0" err="1">
                <a:solidFill>
                  <a:srgbClr val="CCCCCC"/>
                </a:solidFill>
                <a:latin typeface="Consolas" panose="020B0609020204030204" pitchFamily="49" charset="0"/>
              </a:rPr>
              <a:t>addEdge</a:t>
            </a:r>
            <a:r>
              <a:rPr lang="en-GB" sz="1400" dirty="0">
                <a:solidFill>
                  <a:srgbClr val="CCCCCC"/>
                </a:solidFill>
                <a:latin typeface="Consolas" panose="020B0609020204030204" pitchFamily="49" charset="0"/>
              </a:rPr>
              <a:t>(graph, u, v)</a:t>
            </a:r>
          </a:p>
          <a:p>
            <a:pPr>
              <a:lnSpc>
                <a:spcPts val="1425"/>
              </a:lnSpc>
            </a:pPr>
            <a:br>
              <a:rPr lang="en-GB" sz="1400" dirty="0">
                <a:solidFill>
                  <a:srgbClr val="CCCCCC"/>
                </a:solidFill>
                <a:latin typeface="Consolas" panose="020B0609020204030204" pitchFamily="49" charset="0"/>
              </a:rPr>
            </a:br>
            <a:r>
              <a:rPr lang="en-GB" sz="1400" dirty="0">
                <a:solidFill>
                  <a:srgbClr val="CCCCCC"/>
                </a:solidFill>
                <a:latin typeface="Consolas" panose="020B0609020204030204" pitchFamily="49" charset="0"/>
              </a:rPr>
              <a:t>    </a:t>
            </a:r>
            <a:r>
              <a:rPr lang="en-GB" sz="1400" dirty="0">
                <a:solidFill>
                  <a:srgbClr val="C586C0"/>
                </a:solidFill>
                <a:latin typeface="Consolas" panose="020B0609020204030204" pitchFamily="49" charset="0"/>
              </a:rPr>
              <a:t>return</a:t>
            </a:r>
            <a:r>
              <a:rPr lang="en-GB" sz="1400" dirty="0">
                <a:solidFill>
                  <a:srgbClr val="CCCCCC"/>
                </a:solidFill>
                <a:latin typeface="Consolas" panose="020B0609020204030204" pitchFamily="49" charset="0"/>
              </a:rPr>
              <a:t> bridges</a:t>
            </a:r>
          </a:p>
          <a:p>
            <a:endParaRPr lang="en-US" sz="1400" dirty="0"/>
          </a:p>
        </p:txBody>
      </p:sp>
    </p:spTree>
    <p:extLst>
      <p:ext uri="{BB962C8B-B14F-4D97-AF65-F5344CB8AC3E}">
        <p14:creationId xmlns:p14="http://schemas.microsoft.com/office/powerpoint/2010/main" val="14187899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4974771" y="576943"/>
            <a:ext cx="6449786" cy="2785508"/>
          </a:xfrm>
        </p:spPr>
        <p:txBody>
          <a:bodyPr>
            <a:normAutofit/>
          </a:bodyPr>
          <a:lstStyle/>
          <a:p>
            <a:r>
              <a:rPr lang="en-US" dirty="0"/>
              <a:t>Tarjan Algorithm</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4974772" y="3373686"/>
            <a:ext cx="6449785" cy="1029586"/>
          </a:xfrm>
        </p:spPr>
        <p:txBody>
          <a:bodyPr/>
          <a:lstStyle/>
          <a:p>
            <a:r>
              <a:rPr lang="en-US" dirty="0"/>
              <a:t>Enhancing your presentation</a:t>
            </a:r>
          </a:p>
          <a:p>
            <a:endParaRPr lang="en-US" dirty="0"/>
          </a:p>
        </p:txBody>
      </p:sp>
      <p:sp>
        <p:nvSpPr>
          <p:cNvPr id="4" name="Slide Number Placeholder 3">
            <a:extLst>
              <a:ext uri="{FF2B5EF4-FFF2-40B4-BE49-F238E27FC236}">
                <a16:creationId xmlns:a16="http://schemas.microsoft.com/office/drawing/2014/main" id="{58D8D8EF-09F7-2BAC-3EC4-6E8F40515A5D}"/>
              </a:ext>
            </a:extLst>
          </p:cNvPr>
          <p:cNvSpPr>
            <a:spLocks noGrp="1"/>
          </p:cNvSpPr>
          <p:nvPr>
            <p:ph type="sldNum" sz="quarter" idx="12"/>
          </p:nvPr>
        </p:nvSpPr>
        <p:spPr/>
        <p:txBody>
          <a:bodyPr/>
          <a:lstStyle/>
          <a:p>
            <a:fld id="{B5CEABB6-07DC-46E8-9B57-56EC44A396E5}" type="slidenum">
              <a:rPr lang="en-US" smtClean="0"/>
              <a:pPr/>
              <a:t>9</a:t>
            </a:fld>
            <a:endParaRPr lang="en-US" dirty="0"/>
          </a:p>
        </p:txBody>
      </p:sp>
    </p:spTree>
    <p:extLst>
      <p:ext uri="{BB962C8B-B14F-4D97-AF65-F5344CB8AC3E}">
        <p14:creationId xmlns:p14="http://schemas.microsoft.com/office/powerpoint/2010/main" val="30032519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239B5-4E44-4B91-203A-5524FE682EA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181F6CB-BB87-07B6-4B11-8B573EC3FBA7}"/>
              </a:ext>
            </a:extLst>
          </p:cNvPr>
          <p:cNvSpPr>
            <a:spLocks noGrp="1"/>
          </p:cNvSpPr>
          <p:nvPr>
            <p:ph type="title"/>
          </p:nvPr>
        </p:nvSpPr>
        <p:spPr>
          <a:xfrm>
            <a:off x="771525" y="199426"/>
            <a:ext cx="9389288" cy="823831"/>
          </a:xfrm>
        </p:spPr>
        <p:txBody>
          <a:bodyPr/>
          <a:lstStyle/>
          <a:p>
            <a:r>
              <a:rPr lang="en-US" dirty="0"/>
              <a:t>Tarjan Algorithm</a:t>
            </a:r>
          </a:p>
        </p:txBody>
      </p:sp>
      <p:sp>
        <p:nvSpPr>
          <p:cNvPr id="6" name="Content Placeholder 5">
            <a:extLst>
              <a:ext uri="{FF2B5EF4-FFF2-40B4-BE49-F238E27FC236}">
                <a16:creationId xmlns:a16="http://schemas.microsoft.com/office/drawing/2014/main" id="{48247395-9CA2-C63A-1CAE-BE02B0F0934D}"/>
              </a:ext>
            </a:extLst>
          </p:cNvPr>
          <p:cNvSpPr>
            <a:spLocks noGrp="1"/>
          </p:cNvSpPr>
          <p:nvPr>
            <p:ph sz="half" idx="14"/>
          </p:nvPr>
        </p:nvSpPr>
        <p:spPr>
          <a:xfrm>
            <a:off x="771524" y="1175657"/>
            <a:ext cx="9972675" cy="4920343"/>
          </a:xfrm>
        </p:spPr>
        <p:txBody>
          <a:bodyPr vert="horz" lIns="91440" tIns="45720" rIns="91440" bIns="45720" rtlCol="0" anchor="t">
            <a:normAutofit fontScale="85000" lnSpcReduction="20000"/>
          </a:bodyPr>
          <a:lstStyle/>
          <a:p>
            <a:pPr marL="342900" indent="-342900" algn="just">
              <a:lnSpc>
                <a:spcPct val="100000"/>
              </a:lnSpc>
              <a:spcBef>
                <a:spcPts val="600"/>
              </a:spcBef>
              <a:buFont typeface="Arial" panose="020B0604020202020204" pitchFamily="34" charset="0"/>
              <a:buChar char="•"/>
            </a:pPr>
            <a:r>
              <a:rPr lang="en-GB" sz="2400" dirty="0"/>
              <a:t>Tarjan's algorithm for finding bridges in a graph is a DFS-based algorithm that identifies edges whose removal increases the number of connected components, using discovery and Lowest reachable ancestor values in </a:t>
            </a:r>
            <a:r>
              <a:rPr lang="en-GB" sz="2400" b="1" dirty="0"/>
              <a:t>O(V + E) </a:t>
            </a:r>
            <a:r>
              <a:rPr lang="en-GB" sz="2400" dirty="0"/>
              <a:t>time.</a:t>
            </a:r>
          </a:p>
          <a:p>
            <a:pPr marL="342900" indent="-342900" algn="just">
              <a:lnSpc>
                <a:spcPct val="100000"/>
              </a:lnSpc>
              <a:spcBef>
                <a:spcPts val="600"/>
              </a:spcBef>
              <a:buFont typeface="Arial" panose="020B0604020202020204" pitchFamily="34" charset="0"/>
              <a:buChar char="•"/>
            </a:pPr>
            <a:r>
              <a:rPr lang="en-GB" sz="2400" dirty="0"/>
              <a:t>To implement this algorithm, we need the following data structures:</a:t>
            </a:r>
          </a:p>
          <a:p>
            <a:pPr marL="800100" lvl="1" indent="-342900" algn="just">
              <a:lnSpc>
                <a:spcPct val="100000"/>
              </a:lnSpc>
              <a:spcBef>
                <a:spcPts val="600"/>
              </a:spcBef>
              <a:buFont typeface="Wingdings" panose="05000000000000000000" pitchFamily="2" charset="2"/>
              <a:buChar char="Ø"/>
            </a:pPr>
            <a:r>
              <a:rPr lang="en-GB" sz="2400" dirty="0"/>
              <a:t>visited[ ] = to keep track of the visited vertices to implement DFS</a:t>
            </a:r>
          </a:p>
          <a:p>
            <a:pPr marL="800100" lvl="1" indent="-342900" algn="just">
              <a:lnSpc>
                <a:spcPct val="100000"/>
              </a:lnSpc>
              <a:spcBef>
                <a:spcPts val="600"/>
              </a:spcBef>
              <a:buFont typeface="Wingdings" panose="05000000000000000000" pitchFamily="2" charset="2"/>
              <a:buChar char="Ø"/>
            </a:pPr>
            <a:r>
              <a:rPr lang="en-GB" sz="2400" dirty="0"/>
              <a:t>discovery[ ] = to keep track when for the first time that particular vertex is reached</a:t>
            </a:r>
          </a:p>
          <a:p>
            <a:pPr marL="800100" lvl="1" indent="-342900" algn="just">
              <a:lnSpc>
                <a:spcPct val="100000"/>
              </a:lnSpc>
              <a:spcBef>
                <a:spcPts val="600"/>
              </a:spcBef>
              <a:buFont typeface="Wingdings" panose="05000000000000000000" pitchFamily="2" charset="2"/>
              <a:buChar char="Ø"/>
            </a:pPr>
            <a:r>
              <a:rPr lang="en-GB" sz="2400" dirty="0"/>
              <a:t>Low[ ] = to keep track of the lowest possible time by which we can reach that vertex ‘other than parent’ so that if edge from parent is removed can the particular node can be reached other than parent.</a:t>
            </a:r>
          </a:p>
          <a:p>
            <a:pPr marL="342900" indent="-342900" algn="just">
              <a:lnSpc>
                <a:spcPct val="100000"/>
              </a:lnSpc>
              <a:spcBef>
                <a:spcPts val="600"/>
              </a:spcBef>
              <a:buFont typeface="Arial" panose="020B0604020202020204" pitchFamily="34" charset="0"/>
              <a:buChar char="•"/>
            </a:pPr>
            <a:r>
              <a:rPr lang="en-GB" sz="2400" dirty="0"/>
              <a:t>An edge (u, v) is a bridge if </a:t>
            </a:r>
            <a:r>
              <a:rPr lang="en-GB" sz="2400" b="1" dirty="0" err="1"/>
              <a:t>Lowest_reachable_ancestor</a:t>
            </a:r>
            <a:r>
              <a:rPr lang="en-GB" sz="2400" b="1" dirty="0"/>
              <a:t>[v] &gt; discovery[u] </a:t>
            </a:r>
          </a:p>
          <a:p>
            <a:pPr marL="342900" indent="-342900" algn="just">
              <a:lnSpc>
                <a:spcPct val="100000"/>
              </a:lnSpc>
              <a:spcBef>
                <a:spcPts val="600"/>
              </a:spcBef>
              <a:buFont typeface="Arial" panose="020B0604020202020204" pitchFamily="34" charset="0"/>
              <a:buChar char="•"/>
            </a:pPr>
            <a:r>
              <a:rPr lang="en-GB" sz="2400" dirty="0"/>
              <a:t>This means that v cannot reach an ancestor of u, implying that removing (</a:t>
            </a:r>
            <a:r>
              <a:rPr lang="en-GB" sz="2400" dirty="0" err="1"/>
              <a:t>u,v</a:t>
            </a:r>
            <a:r>
              <a:rPr lang="en-GB" sz="2400" dirty="0"/>
              <a:t>) disconnects the graph.</a:t>
            </a:r>
          </a:p>
          <a:p>
            <a:pPr marL="342900" indent="-342900" algn="just">
              <a:lnSpc>
                <a:spcPct val="100000"/>
              </a:lnSpc>
              <a:spcBef>
                <a:spcPts val="600"/>
              </a:spcBef>
              <a:buFont typeface="Arial" panose="020B0604020202020204" pitchFamily="34" charset="0"/>
              <a:buChar char="•"/>
            </a:pPr>
            <a:endParaRPr lang="en-GB" sz="2400" dirty="0"/>
          </a:p>
          <a:p>
            <a:pPr marL="342900" indent="-342900" algn="just">
              <a:lnSpc>
                <a:spcPct val="100000"/>
              </a:lnSpc>
              <a:spcBef>
                <a:spcPts val="600"/>
              </a:spcBef>
              <a:buFont typeface="Arial" panose="020B0604020202020204" pitchFamily="34" charset="0"/>
              <a:buChar char="•"/>
            </a:pPr>
            <a:endParaRPr lang="en-GB" sz="2400" dirty="0"/>
          </a:p>
        </p:txBody>
      </p:sp>
      <p:sp>
        <p:nvSpPr>
          <p:cNvPr id="7" name="Slide Number Placeholder 6">
            <a:extLst>
              <a:ext uri="{FF2B5EF4-FFF2-40B4-BE49-F238E27FC236}">
                <a16:creationId xmlns:a16="http://schemas.microsoft.com/office/drawing/2014/main" id="{EA6040CE-26DC-A6F6-BC1A-48BF92AE9DAD}"/>
              </a:ext>
            </a:extLst>
          </p:cNvPr>
          <p:cNvSpPr>
            <a:spLocks noGrp="1"/>
          </p:cNvSpPr>
          <p:nvPr>
            <p:ph type="sldNum" sz="quarter" idx="12"/>
          </p:nvPr>
        </p:nvSpPr>
        <p:spPr/>
        <p:txBody>
          <a:bodyPr/>
          <a:lstStyle/>
          <a:p>
            <a:fld id="{B5CEABB6-07DC-46E8-9B57-56EC44A396E5}" type="slidenum">
              <a:rPr lang="en-US" smtClean="0"/>
              <a:pPr/>
              <a:t>10</a:t>
            </a:fld>
            <a:endParaRPr lang="en-US" dirty="0"/>
          </a:p>
        </p:txBody>
      </p:sp>
    </p:spTree>
    <p:extLst>
      <p:ext uri="{BB962C8B-B14F-4D97-AF65-F5344CB8AC3E}">
        <p14:creationId xmlns:p14="http://schemas.microsoft.com/office/powerpoint/2010/main" val="25194996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BAD7D-AF19-8AE9-0BCD-39299E5D14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04EA38-8424-C39F-04E8-0743F9FA4E1E}"/>
              </a:ext>
            </a:extLst>
          </p:cNvPr>
          <p:cNvSpPr>
            <a:spLocks noGrp="1"/>
          </p:cNvSpPr>
          <p:nvPr>
            <p:ph type="title"/>
          </p:nvPr>
        </p:nvSpPr>
        <p:spPr>
          <a:xfrm>
            <a:off x="3039291" y="136525"/>
            <a:ext cx="6113417" cy="834718"/>
          </a:xfrm>
        </p:spPr>
        <p:txBody>
          <a:bodyPr>
            <a:normAutofit/>
          </a:bodyPr>
          <a:lstStyle/>
          <a:p>
            <a:r>
              <a:rPr lang="en-US" b="1" dirty="0"/>
              <a:t>Tarjan Algorithm</a:t>
            </a:r>
            <a:endParaRPr lang="en-US" dirty="0"/>
          </a:p>
        </p:txBody>
      </p:sp>
      <p:sp>
        <p:nvSpPr>
          <p:cNvPr id="14" name="Slide Number Placeholder 13">
            <a:extLst>
              <a:ext uri="{FF2B5EF4-FFF2-40B4-BE49-F238E27FC236}">
                <a16:creationId xmlns:a16="http://schemas.microsoft.com/office/drawing/2014/main" id="{0CB28877-C747-DDCE-F6F6-8F3765F37ED5}"/>
              </a:ext>
            </a:extLst>
          </p:cNvPr>
          <p:cNvSpPr>
            <a:spLocks noGrp="1"/>
          </p:cNvSpPr>
          <p:nvPr>
            <p:ph type="sldNum" sz="quarter" idx="12"/>
          </p:nvPr>
        </p:nvSpPr>
        <p:spPr/>
        <p:txBody>
          <a:bodyPr/>
          <a:lstStyle/>
          <a:p>
            <a:fld id="{B5CEABB6-07DC-46E8-9B57-56EC44A396E5}" type="slidenum">
              <a:rPr lang="en-US" smtClean="0"/>
              <a:pPr/>
              <a:t>11</a:t>
            </a:fld>
            <a:endParaRPr lang="en-US" dirty="0"/>
          </a:p>
        </p:txBody>
      </p:sp>
      <p:sp>
        <p:nvSpPr>
          <p:cNvPr id="3" name="Text Placeholder 1">
            <a:extLst>
              <a:ext uri="{FF2B5EF4-FFF2-40B4-BE49-F238E27FC236}">
                <a16:creationId xmlns:a16="http://schemas.microsoft.com/office/drawing/2014/main" id="{798CF25D-415A-5336-DE0D-ACBE0BD61DAA}"/>
              </a:ext>
            </a:extLst>
          </p:cNvPr>
          <p:cNvSpPr txBox="1">
            <a:spLocks/>
          </p:cNvSpPr>
          <p:nvPr/>
        </p:nvSpPr>
        <p:spPr>
          <a:xfrm>
            <a:off x="3340513" y="794657"/>
            <a:ext cx="7490773" cy="5926818"/>
          </a:xfrm>
          <a:prstGeom prst="rect">
            <a:avLst/>
          </a:prstGeom>
          <a:solidFill>
            <a:schemeClr val="tx1">
              <a:lumMod val="85000"/>
              <a:lumOff val="15000"/>
            </a:schemeClr>
          </a:solidFill>
        </p:spPr>
        <p:txBody>
          <a:bodyPr vert="horz" lIns="91440" tIns="45720" rIns="91440" bIns="45720" rtlCol="0">
            <a:noAutofit/>
          </a:bodyPr>
          <a:lstStyle>
            <a:lvl1pPr marL="0" indent="0" algn="l" defTabSz="914400" rtl="0" eaLnBrk="1" latinLnBrk="0" hangingPunct="1">
              <a:lnSpc>
                <a:spcPts val="2000"/>
              </a:lnSpc>
              <a:spcBef>
                <a:spcPts val="0"/>
              </a:spcBef>
              <a:spcAft>
                <a:spcPts val="1200"/>
              </a:spcAft>
              <a:buFont typeface="Arial" panose="020B0604020202020204" pitchFamily="34" charset="0"/>
              <a:buNone/>
              <a:defRPr sz="1800" kern="1200">
                <a:solidFill>
                  <a:schemeClr val="tx1"/>
                </a:solidFill>
                <a:latin typeface="+mn-lt"/>
                <a:ea typeface="+mn-ea"/>
                <a:cs typeface="+mn-cs"/>
              </a:defRPr>
            </a:lvl1pPr>
            <a:lvl2pPr marL="457200" indent="-228600" algn="l" defTabSz="914400" rtl="0" eaLnBrk="1" latinLnBrk="0" hangingPunct="1">
              <a:lnSpc>
                <a:spcPts val="2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2pPr>
            <a:lvl3pPr marL="914400" indent="-228600" algn="l" defTabSz="914400" rtl="0" eaLnBrk="1" latinLnBrk="0" hangingPunct="1">
              <a:lnSpc>
                <a:spcPts val="2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3pPr>
            <a:lvl4pPr marL="1371600" indent="-228600" algn="l" defTabSz="914400" rtl="0" eaLnBrk="1" latinLnBrk="0" hangingPunct="1">
              <a:lnSpc>
                <a:spcPts val="2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1828800" indent="-228600" algn="l" defTabSz="914400" rtl="0" eaLnBrk="1" latinLnBrk="0" hangingPunct="1">
              <a:lnSpc>
                <a:spcPts val="2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425"/>
              </a:lnSpc>
              <a:spcAft>
                <a:spcPts val="0"/>
              </a:spcAft>
            </a:pPr>
            <a:r>
              <a:rPr lang="en-GB" sz="1200" b="1" dirty="0">
                <a:solidFill>
                  <a:srgbClr val="CCCCCC"/>
                </a:solidFill>
                <a:latin typeface="Consolas" panose="020B0609020204030204" pitchFamily="49" charset="0"/>
              </a:rPr>
              <a:t>Function </a:t>
            </a:r>
            <a:r>
              <a:rPr lang="en-GB" sz="1200" b="1" dirty="0" err="1">
                <a:solidFill>
                  <a:srgbClr val="CCCCCC"/>
                </a:solidFill>
                <a:latin typeface="Consolas" panose="020B0609020204030204" pitchFamily="49" charset="0"/>
              </a:rPr>
              <a:t>findBridges</a:t>
            </a:r>
            <a:r>
              <a:rPr lang="en-GB" sz="1200" b="1" dirty="0">
                <a:solidFill>
                  <a:srgbClr val="CCCCCC"/>
                </a:solidFill>
                <a:latin typeface="Consolas" panose="020B0609020204030204" pitchFamily="49" charset="0"/>
              </a:rPr>
              <a:t>(graph, n):</a:t>
            </a:r>
          </a:p>
          <a:p>
            <a:pPr>
              <a:lnSpc>
                <a:spcPts val="1425"/>
              </a:lnSpc>
              <a:spcAft>
                <a:spcPts val="0"/>
              </a:spcAft>
            </a:pPr>
            <a:br>
              <a:rPr lang="en-GB" sz="1200" dirty="0">
                <a:solidFill>
                  <a:srgbClr val="CCCCCC"/>
                </a:solidFill>
                <a:latin typeface="Consolas" panose="020B0609020204030204" pitchFamily="49" charset="0"/>
              </a:rPr>
            </a:br>
            <a:r>
              <a:rPr lang="en-GB" sz="1200" dirty="0">
                <a:solidFill>
                  <a:srgbClr val="9CDCFE"/>
                </a:solidFill>
                <a:latin typeface="Consolas" panose="020B0609020204030204" pitchFamily="49" charset="0"/>
              </a:rPr>
              <a:t>time</a:t>
            </a:r>
            <a:r>
              <a:rPr lang="en-GB" sz="1200" dirty="0">
                <a:solidFill>
                  <a:srgbClr val="CCCCCC"/>
                </a:solidFill>
                <a:latin typeface="Consolas" panose="020B0609020204030204" pitchFamily="49" charset="0"/>
              </a:rPr>
              <a:t> </a:t>
            </a:r>
            <a:r>
              <a:rPr lang="en-GB" sz="1200" dirty="0">
                <a:solidFill>
                  <a:srgbClr val="D4D4D4"/>
                </a:solidFill>
                <a:latin typeface="Consolas" panose="020B0609020204030204" pitchFamily="49" charset="0"/>
              </a:rPr>
              <a:t>=</a:t>
            </a:r>
            <a:r>
              <a:rPr lang="en-GB" sz="1200" dirty="0">
                <a:solidFill>
                  <a:srgbClr val="CCCCCC"/>
                </a:solidFill>
                <a:latin typeface="Consolas" panose="020B0609020204030204" pitchFamily="49" charset="0"/>
              </a:rPr>
              <a:t> </a:t>
            </a:r>
            <a:r>
              <a:rPr lang="en-GB" sz="1200" dirty="0">
                <a:solidFill>
                  <a:srgbClr val="B5CEA8"/>
                </a:solidFill>
                <a:latin typeface="Consolas" panose="020B0609020204030204" pitchFamily="49" charset="0"/>
              </a:rPr>
              <a:t>0</a:t>
            </a:r>
            <a:endParaRPr lang="en-GB" sz="1200" dirty="0">
              <a:solidFill>
                <a:srgbClr val="CCCCCC"/>
              </a:solidFill>
              <a:latin typeface="Consolas" panose="020B0609020204030204" pitchFamily="49" charset="0"/>
            </a:endParaRPr>
          </a:p>
          <a:p>
            <a:pPr>
              <a:lnSpc>
                <a:spcPts val="1425"/>
              </a:lnSpc>
              <a:spcAft>
                <a:spcPts val="0"/>
              </a:spcAft>
            </a:pPr>
            <a:r>
              <a:rPr lang="en-GB" sz="1200" dirty="0">
                <a:solidFill>
                  <a:srgbClr val="CCCCCC"/>
                </a:solidFill>
                <a:latin typeface="Consolas" panose="020B0609020204030204" pitchFamily="49" charset="0"/>
              </a:rPr>
              <a:t>    </a:t>
            </a:r>
            <a:r>
              <a:rPr lang="en-GB" sz="1200" dirty="0">
                <a:solidFill>
                  <a:srgbClr val="9CDCFE"/>
                </a:solidFill>
                <a:latin typeface="Consolas" panose="020B0609020204030204" pitchFamily="49" charset="0"/>
              </a:rPr>
              <a:t>bridges</a:t>
            </a:r>
            <a:r>
              <a:rPr lang="en-GB" sz="1200" dirty="0">
                <a:solidFill>
                  <a:srgbClr val="CCCCCC"/>
                </a:solidFill>
                <a:latin typeface="Consolas" panose="020B0609020204030204" pitchFamily="49" charset="0"/>
              </a:rPr>
              <a:t> </a:t>
            </a:r>
            <a:r>
              <a:rPr lang="en-GB" sz="1200" dirty="0">
                <a:solidFill>
                  <a:srgbClr val="D4D4D4"/>
                </a:solidFill>
                <a:latin typeface="Consolas" panose="020B0609020204030204" pitchFamily="49" charset="0"/>
              </a:rPr>
              <a:t>=</a:t>
            </a:r>
            <a:r>
              <a:rPr lang="en-GB" sz="1200" dirty="0">
                <a:solidFill>
                  <a:srgbClr val="CCCCCC"/>
                </a:solidFill>
                <a:latin typeface="Consolas" panose="020B0609020204030204" pitchFamily="49" charset="0"/>
              </a:rPr>
              <a:t> []</a:t>
            </a:r>
          </a:p>
          <a:p>
            <a:pPr>
              <a:lnSpc>
                <a:spcPts val="1425"/>
              </a:lnSpc>
              <a:spcAft>
                <a:spcPts val="0"/>
              </a:spcAft>
            </a:pPr>
            <a:r>
              <a:rPr lang="en-GB" sz="1200" dirty="0">
                <a:solidFill>
                  <a:srgbClr val="CCCCCC"/>
                </a:solidFill>
                <a:latin typeface="Consolas" panose="020B0609020204030204" pitchFamily="49" charset="0"/>
              </a:rPr>
              <a:t>    </a:t>
            </a:r>
            <a:r>
              <a:rPr lang="en-GB" sz="1200" dirty="0">
                <a:solidFill>
                  <a:srgbClr val="9CDCFE"/>
                </a:solidFill>
                <a:latin typeface="Consolas" panose="020B0609020204030204" pitchFamily="49" charset="0"/>
              </a:rPr>
              <a:t>disc</a:t>
            </a:r>
            <a:r>
              <a:rPr lang="en-GB" sz="1200" dirty="0">
                <a:solidFill>
                  <a:srgbClr val="CCCCCC"/>
                </a:solidFill>
                <a:latin typeface="Consolas" panose="020B0609020204030204" pitchFamily="49" charset="0"/>
              </a:rPr>
              <a:t> </a:t>
            </a:r>
            <a:r>
              <a:rPr lang="en-GB" sz="1200" dirty="0">
                <a:solidFill>
                  <a:srgbClr val="D4D4D4"/>
                </a:solidFill>
                <a:latin typeface="Consolas" panose="020B0609020204030204" pitchFamily="49" charset="0"/>
              </a:rPr>
              <a:t>=</a:t>
            </a:r>
            <a:r>
              <a:rPr lang="en-GB" sz="1200" dirty="0">
                <a:solidFill>
                  <a:srgbClr val="CCCCCC"/>
                </a:solidFill>
                <a:latin typeface="Consolas" panose="020B0609020204030204" pitchFamily="49" charset="0"/>
              </a:rPr>
              <a:t> [</a:t>
            </a:r>
            <a:r>
              <a:rPr lang="en-GB" sz="1200" dirty="0">
                <a:solidFill>
                  <a:srgbClr val="D4D4D4"/>
                </a:solidFill>
                <a:latin typeface="Consolas" panose="020B0609020204030204" pitchFamily="49" charset="0"/>
              </a:rPr>
              <a:t>-</a:t>
            </a:r>
            <a:r>
              <a:rPr lang="en-GB" sz="1200" dirty="0">
                <a:solidFill>
                  <a:srgbClr val="B5CEA8"/>
                </a:solidFill>
                <a:latin typeface="Consolas" panose="020B0609020204030204" pitchFamily="49" charset="0"/>
              </a:rPr>
              <a:t>1</a:t>
            </a:r>
            <a:r>
              <a:rPr lang="en-GB" sz="1200" dirty="0">
                <a:solidFill>
                  <a:srgbClr val="CCCCCC"/>
                </a:solidFill>
                <a:latin typeface="Consolas" panose="020B0609020204030204" pitchFamily="49" charset="0"/>
              </a:rPr>
              <a:t>] </a:t>
            </a:r>
            <a:r>
              <a:rPr lang="en-GB" sz="1200" dirty="0">
                <a:solidFill>
                  <a:srgbClr val="D4D4D4"/>
                </a:solidFill>
                <a:latin typeface="Consolas" panose="020B0609020204030204" pitchFamily="49" charset="0"/>
              </a:rPr>
              <a:t>*</a:t>
            </a:r>
            <a:r>
              <a:rPr lang="en-GB" sz="1200" dirty="0">
                <a:solidFill>
                  <a:srgbClr val="CCCCCC"/>
                </a:solidFill>
                <a:latin typeface="Consolas" panose="020B0609020204030204" pitchFamily="49" charset="0"/>
              </a:rPr>
              <a:t> n  </a:t>
            </a:r>
            <a:r>
              <a:rPr lang="en-GB" sz="1200" dirty="0">
                <a:solidFill>
                  <a:srgbClr val="6A9955"/>
                </a:solidFill>
                <a:latin typeface="Consolas" panose="020B0609020204030204" pitchFamily="49" charset="0"/>
              </a:rPr>
              <a:t># Discovery time of nodes</a:t>
            </a:r>
            <a:endParaRPr lang="en-GB" sz="1200" dirty="0">
              <a:solidFill>
                <a:srgbClr val="CCCCCC"/>
              </a:solidFill>
              <a:latin typeface="Consolas" panose="020B0609020204030204" pitchFamily="49" charset="0"/>
            </a:endParaRPr>
          </a:p>
          <a:p>
            <a:pPr>
              <a:lnSpc>
                <a:spcPts val="1425"/>
              </a:lnSpc>
              <a:spcAft>
                <a:spcPts val="0"/>
              </a:spcAft>
            </a:pPr>
            <a:r>
              <a:rPr lang="en-GB" sz="1200" dirty="0">
                <a:solidFill>
                  <a:srgbClr val="CCCCCC"/>
                </a:solidFill>
                <a:latin typeface="Consolas" panose="020B0609020204030204" pitchFamily="49" charset="0"/>
              </a:rPr>
              <a:t>    </a:t>
            </a:r>
            <a:r>
              <a:rPr lang="en-GB" sz="1200" dirty="0">
                <a:solidFill>
                  <a:srgbClr val="9CDCFE"/>
                </a:solidFill>
                <a:latin typeface="Consolas" panose="020B0609020204030204" pitchFamily="49" charset="0"/>
              </a:rPr>
              <a:t>low</a:t>
            </a:r>
            <a:r>
              <a:rPr lang="en-GB" sz="1200" dirty="0">
                <a:solidFill>
                  <a:srgbClr val="CCCCCC"/>
                </a:solidFill>
                <a:latin typeface="Consolas" panose="020B0609020204030204" pitchFamily="49" charset="0"/>
              </a:rPr>
              <a:t> </a:t>
            </a:r>
            <a:r>
              <a:rPr lang="en-GB" sz="1200" dirty="0">
                <a:solidFill>
                  <a:srgbClr val="D4D4D4"/>
                </a:solidFill>
                <a:latin typeface="Consolas" panose="020B0609020204030204" pitchFamily="49" charset="0"/>
              </a:rPr>
              <a:t>=</a:t>
            </a:r>
            <a:r>
              <a:rPr lang="en-GB" sz="1200" dirty="0">
                <a:solidFill>
                  <a:srgbClr val="CCCCCC"/>
                </a:solidFill>
                <a:latin typeface="Consolas" panose="020B0609020204030204" pitchFamily="49" charset="0"/>
              </a:rPr>
              <a:t> [</a:t>
            </a:r>
            <a:r>
              <a:rPr lang="en-GB" sz="1200" dirty="0">
                <a:solidFill>
                  <a:srgbClr val="D4D4D4"/>
                </a:solidFill>
                <a:latin typeface="Consolas" panose="020B0609020204030204" pitchFamily="49" charset="0"/>
              </a:rPr>
              <a:t>-</a:t>
            </a:r>
            <a:r>
              <a:rPr lang="en-GB" sz="1200" dirty="0">
                <a:solidFill>
                  <a:srgbClr val="B5CEA8"/>
                </a:solidFill>
                <a:latin typeface="Consolas" panose="020B0609020204030204" pitchFamily="49" charset="0"/>
              </a:rPr>
              <a:t>1</a:t>
            </a:r>
            <a:r>
              <a:rPr lang="en-GB" sz="1200" dirty="0">
                <a:solidFill>
                  <a:srgbClr val="CCCCCC"/>
                </a:solidFill>
                <a:latin typeface="Consolas" panose="020B0609020204030204" pitchFamily="49" charset="0"/>
              </a:rPr>
              <a:t>] </a:t>
            </a:r>
            <a:r>
              <a:rPr lang="en-GB" sz="1200" dirty="0">
                <a:solidFill>
                  <a:srgbClr val="D4D4D4"/>
                </a:solidFill>
                <a:latin typeface="Consolas" panose="020B0609020204030204" pitchFamily="49" charset="0"/>
              </a:rPr>
              <a:t>*</a:t>
            </a:r>
            <a:r>
              <a:rPr lang="en-GB" sz="1200" dirty="0">
                <a:solidFill>
                  <a:srgbClr val="CCCCCC"/>
                </a:solidFill>
                <a:latin typeface="Consolas" panose="020B0609020204030204" pitchFamily="49" charset="0"/>
              </a:rPr>
              <a:t> n    </a:t>
            </a:r>
            <a:r>
              <a:rPr lang="en-GB" sz="1200" dirty="0">
                <a:solidFill>
                  <a:srgbClr val="6A9955"/>
                </a:solidFill>
                <a:latin typeface="Consolas" panose="020B0609020204030204" pitchFamily="49" charset="0"/>
              </a:rPr>
              <a:t># Lowest discovery time reachable</a:t>
            </a:r>
            <a:endParaRPr lang="en-GB" sz="1200" dirty="0">
              <a:solidFill>
                <a:srgbClr val="CCCCCC"/>
              </a:solidFill>
              <a:latin typeface="Consolas" panose="020B0609020204030204" pitchFamily="49" charset="0"/>
            </a:endParaRPr>
          </a:p>
          <a:p>
            <a:pPr>
              <a:lnSpc>
                <a:spcPts val="1425"/>
              </a:lnSpc>
              <a:spcAft>
                <a:spcPts val="0"/>
              </a:spcAft>
            </a:pPr>
            <a:r>
              <a:rPr lang="en-GB" sz="1200" dirty="0">
                <a:solidFill>
                  <a:srgbClr val="CCCCCC"/>
                </a:solidFill>
                <a:latin typeface="Consolas" panose="020B0609020204030204" pitchFamily="49" charset="0"/>
              </a:rPr>
              <a:t>    </a:t>
            </a:r>
            <a:r>
              <a:rPr lang="en-GB" sz="1200" dirty="0">
                <a:solidFill>
                  <a:srgbClr val="9CDCFE"/>
                </a:solidFill>
                <a:latin typeface="Consolas" panose="020B0609020204030204" pitchFamily="49" charset="0"/>
              </a:rPr>
              <a:t>visited</a:t>
            </a:r>
            <a:r>
              <a:rPr lang="en-GB" sz="1200" dirty="0">
                <a:solidFill>
                  <a:srgbClr val="CCCCCC"/>
                </a:solidFill>
                <a:latin typeface="Consolas" panose="020B0609020204030204" pitchFamily="49" charset="0"/>
              </a:rPr>
              <a:t> </a:t>
            </a:r>
            <a:r>
              <a:rPr lang="en-GB" sz="1200" dirty="0">
                <a:solidFill>
                  <a:srgbClr val="D4D4D4"/>
                </a:solidFill>
                <a:latin typeface="Consolas" panose="020B0609020204030204" pitchFamily="49" charset="0"/>
              </a:rPr>
              <a:t>=</a:t>
            </a:r>
            <a:r>
              <a:rPr lang="en-GB" sz="1200" dirty="0">
                <a:solidFill>
                  <a:srgbClr val="CCCCCC"/>
                </a:solidFill>
                <a:latin typeface="Consolas" panose="020B0609020204030204" pitchFamily="49" charset="0"/>
              </a:rPr>
              <a:t> </a:t>
            </a:r>
            <a:r>
              <a:rPr lang="en-GB" sz="1200" dirty="0">
                <a:solidFill>
                  <a:srgbClr val="4EC9B0"/>
                </a:solidFill>
                <a:latin typeface="Consolas" panose="020B0609020204030204" pitchFamily="49" charset="0"/>
              </a:rPr>
              <a:t>set</a:t>
            </a:r>
            <a:r>
              <a:rPr lang="en-GB" sz="1200" dirty="0">
                <a:solidFill>
                  <a:srgbClr val="CCCCCC"/>
                </a:solidFill>
                <a:latin typeface="Consolas" panose="020B0609020204030204" pitchFamily="49" charset="0"/>
              </a:rPr>
              <a:t>()</a:t>
            </a:r>
          </a:p>
          <a:p>
            <a:pPr>
              <a:lnSpc>
                <a:spcPts val="1425"/>
              </a:lnSpc>
              <a:spcAft>
                <a:spcPts val="0"/>
              </a:spcAft>
            </a:pPr>
            <a:br>
              <a:rPr lang="en-GB" sz="1200" dirty="0">
                <a:solidFill>
                  <a:srgbClr val="CCCCCC"/>
                </a:solidFill>
                <a:latin typeface="Consolas" panose="020B0609020204030204" pitchFamily="49" charset="0"/>
              </a:rPr>
            </a:br>
            <a:r>
              <a:rPr lang="en-GB" sz="1200" dirty="0">
                <a:solidFill>
                  <a:srgbClr val="CCCCCC"/>
                </a:solidFill>
                <a:latin typeface="Consolas" panose="020B0609020204030204" pitchFamily="49" charset="0"/>
              </a:rPr>
              <a:t>Function DFS(graph, u, parent):</a:t>
            </a:r>
          </a:p>
          <a:p>
            <a:pPr>
              <a:lnSpc>
                <a:spcPts val="1425"/>
              </a:lnSpc>
              <a:spcAft>
                <a:spcPts val="0"/>
              </a:spcAft>
            </a:pPr>
            <a:br>
              <a:rPr lang="en-GB" sz="1200" dirty="0">
                <a:solidFill>
                  <a:srgbClr val="CCCCCC"/>
                </a:solidFill>
                <a:latin typeface="Consolas" panose="020B0609020204030204" pitchFamily="49" charset="0"/>
              </a:rPr>
            </a:br>
            <a:r>
              <a:rPr lang="en-GB" sz="1200" dirty="0">
                <a:solidFill>
                  <a:srgbClr val="CCCCCC"/>
                </a:solidFill>
                <a:latin typeface="Consolas" panose="020B0609020204030204" pitchFamily="49" charset="0"/>
              </a:rPr>
              <a:t>    </a:t>
            </a:r>
            <a:r>
              <a:rPr lang="en-GB" sz="1200" dirty="0">
                <a:solidFill>
                  <a:srgbClr val="6A9955"/>
                </a:solidFill>
                <a:latin typeface="Consolas" panose="020B0609020204030204" pitchFamily="49" charset="0"/>
              </a:rPr>
              <a:t># Assign discovery time and low value</a:t>
            </a:r>
            <a:endParaRPr lang="en-GB" sz="1200" dirty="0">
              <a:solidFill>
                <a:srgbClr val="CCCCCC"/>
              </a:solidFill>
              <a:latin typeface="Consolas" panose="020B0609020204030204" pitchFamily="49" charset="0"/>
            </a:endParaRPr>
          </a:p>
          <a:p>
            <a:pPr>
              <a:lnSpc>
                <a:spcPts val="1425"/>
              </a:lnSpc>
              <a:spcAft>
                <a:spcPts val="0"/>
              </a:spcAft>
            </a:pPr>
            <a:r>
              <a:rPr lang="en-GB" sz="1200" dirty="0">
                <a:solidFill>
                  <a:srgbClr val="CCCCCC"/>
                </a:solidFill>
                <a:latin typeface="Consolas" panose="020B0609020204030204" pitchFamily="49" charset="0"/>
              </a:rPr>
              <a:t>        </a:t>
            </a:r>
            <a:r>
              <a:rPr lang="en-GB" sz="1200" dirty="0">
                <a:solidFill>
                  <a:srgbClr val="9CDCFE"/>
                </a:solidFill>
                <a:latin typeface="Consolas" panose="020B0609020204030204" pitchFamily="49" charset="0"/>
              </a:rPr>
              <a:t>disc</a:t>
            </a:r>
            <a:r>
              <a:rPr lang="en-GB" sz="1200" dirty="0">
                <a:solidFill>
                  <a:srgbClr val="CCCCCC"/>
                </a:solidFill>
                <a:latin typeface="Consolas" panose="020B0609020204030204" pitchFamily="49" charset="0"/>
              </a:rPr>
              <a:t>[u] </a:t>
            </a:r>
            <a:r>
              <a:rPr lang="en-GB" sz="1200" dirty="0">
                <a:solidFill>
                  <a:srgbClr val="D4D4D4"/>
                </a:solidFill>
                <a:latin typeface="Consolas" panose="020B0609020204030204" pitchFamily="49" charset="0"/>
              </a:rPr>
              <a:t>=</a:t>
            </a:r>
            <a:r>
              <a:rPr lang="en-GB" sz="1200" dirty="0">
                <a:solidFill>
                  <a:srgbClr val="CCCCCC"/>
                </a:solidFill>
                <a:latin typeface="Consolas" panose="020B0609020204030204" pitchFamily="49" charset="0"/>
              </a:rPr>
              <a:t> </a:t>
            </a:r>
            <a:r>
              <a:rPr lang="en-GB" sz="1200" dirty="0">
                <a:solidFill>
                  <a:srgbClr val="9CDCFE"/>
                </a:solidFill>
                <a:latin typeface="Consolas" panose="020B0609020204030204" pitchFamily="49" charset="0"/>
              </a:rPr>
              <a:t>low</a:t>
            </a:r>
            <a:r>
              <a:rPr lang="en-GB" sz="1200" dirty="0">
                <a:solidFill>
                  <a:srgbClr val="CCCCCC"/>
                </a:solidFill>
                <a:latin typeface="Consolas" panose="020B0609020204030204" pitchFamily="49" charset="0"/>
              </a:rPr>
              <a:t>[u] </a:t>
            </a:r>
            <a:r>
              <a:rPr lang="en-GB" sz="1200" dirty="0">
                <a:solidFill>
                  <a:srgbClr val="D4D4D4"/>
                </a:solidFill>
                <a:latin typeface="Consolas" panose="020B0609020204030204" pitchFamily="49" charset="0"/>
              </a:rPr>
              <a:t>=</a:t>
            </a:r>
            <a:r>
              <a:rPr lang="en-GB" sz="1200" dirty="0">
                <a:solidFill>
                  <a:srgbClr val="CCCCCC"/>
                </a:solidFill>
                <a:latin typeface="Consolas" panose="020B0609020204030204" pitchFamily="49" charset="0"/>
              </a:rPr>
              <a:t> </a:t>
            </a:r>
            <a:r>
              <a:rPr lang="en-GB" sz="1200" dirty="0">
                <a:solidFill>
                  <a:srgbClr val="9CDCFE"/>
                </a:solidFill>
                <a:latin typeface="Consolas" panose="020B0609020204030204" pitchFamily="49" charset="0"/>
              </a:rPr>
              <a:t>time</a:t>
            </a:r>
            <a:endParaRPr lang="en-GB" sz="1200" dirty="0">
              <a:solidFill>
                <a:srgbClr val="CCCCCC"/>
              </a:solidFill>
              <a:latin typeface="Consolas" panose="020B0609020204030204" pitchFamily="49" charset="0"/>
            </a:endParaRPr>
          </a:p>
          <a:p>
            <a:pPr>
              <a:lnSpc>
                <a:spcPts val="1425"/>
              </a:lnSpc>
              <a:spcAft>
                <a:spcPts val="0"/>
              </a:spcAft>
            </a:pPr>
            <a:r>
              <a:rPr lang="en-GB" sz="1200" dirty="0">
                <a:solidFill>
                  <a:srgbClr val="CCCCCC"/>
                </a:solidFill>
                <a:latin typeface="Consolas" panose="020B0609020204030204" pitchFamily="49" charset="0"/>
              </a:rPr>
              <a:t>        </a:t>
            </a:r>
            <a:r>
              <a:rPr lang="en-GB" sz="1200" dirty="0">
                <a:solidFill>
                  <a:srgbClr val="9CDCFE"/>
                </a:solidFill>
                <a:latin typeface="Consolas" panose="020B0609020204030204" pitchFamily="49" charset="0"/>
              </a:rPr>
              <a:t>time</a:t>
            </a:r>
            <a:r>
              <a:rPr lang="en-GB" sz="1200" dirty="0">
                <a:solidFill>
                  <a:srgbClr val="CCCCCC"/>
                </a:solidFill>
                <a:latin typeface="Consolas" panose="020B0609020204030204" pitchFamily="49" charset="0"/>
              </a:rPr>
              <a:t> </a:t>
            </a:r>
            <a:r>
              <a:rPr lang="en-GB" sz="1200" dirty="0">
                <a:solidFill>
                  <a:srgbClr val="D4D4D4"/>
                </a:solidFill>
                <a:latin typeface="Consolas" panose="020B0609020204030204" pitchFamily="49" charset="0"/>
              </a:rPr>
              <a:t>=</a:t>
            </a:r>
            <a:r>
              <a:rPr lang="en-GB" sz="1200" dirty="0">
                <a:solidFill>
                  <a:srgbClr val="CCCCCC"/>
                </a:solidFill>
                <a:latin typeface="Consolas" panose="020B0609020204030204" pitchFamily="49" charset="0"/>
              </a:rPr>
              <a:t> </a:t>
            </a:r>
            <a:r>
              <a:rPr lang="en-GB" sz="1200" dirty="0">
                <a:solidFill>
                  <a:srgbClr val="9CDCFE"/>
                </a:solidFill>
                <a:latin typeface="Consolas" panose="020B0609020204030204" pitchFamily="49" charset="0"/>
              </a:rPr>
              <a:t>time</a:t>
            </a:r>
            <a:r>
              <a:rPr lang="en-GB" sz="1200" dirty="0">
                <a:solidFill>
                  <a:srgbClr val="CCCCCC"/>
                </a:solidFill>
                <a:latin typeface="Consolas" panose="020B0609020204030204" pitchFamily="49" charset="0"/>
              </a:rPr>
              <a:t> </a:t>
            </a:r>
            <a:r>
              <a:rPr lang="en-GB" sz="1200" dirty="0">
                <a:solidFill>
                  <a:srgbClr val="D4D4D4"/>
                </a:solidFill>
                <a:latin typeface="Consolas" panose="020B0609020204030204" pitchFamily="49" charset="0"/>
              </a:rPr>
              <a:t>+</a:t>
            </a:r>
            <a:r>
              <a:rPr lang="en-GB" sz="1200" dirty="0">
                <a:solidFill>
                  <a:srgbClr val="CCCCCC"/>
                </a:solidFill>
                <a:latin typeface="Consolas" panose="020B0609020204030204" pitchFamily="49" charset="0"/>
              </a:rPr>
              <a:t> </a:t>
            </a:r>
            <a:r>
              <a:rPr lang="en-GB" sz="1200" dirty="0">
                <a:solidFill>
                  <a:srgbClr val="B5CEA8"/>
                </a:solidFill>
                <a:latin typeface="Consolas" panose="020B0609020204030204" pitchFamily="49" charset="0"/>
              </a:rPr>
              <a:t>1</a:t>
            </a:r>
            <a:endParaRPr lang="en-GB" sz="1200" dirty="0">
              <a:solidFill>
                <a:srgbClr val="CCCCCC"/>
              </a:solidFill>
              <a:latin typeface="Consolas" panose="020B0609020204030204" pitchFamily="49" charset="0"/>
            </a:endParaRPr>
          </a:p>
          <a:p>
            <a:pPr>
              <a:lnSpc>
                <a:spcPts val="1425"/>
              </a:lnSpc>
              <a:spcAft>
                <a:spcPts val="0"/>
              </a:spcAft>
            </a:pPr>
            <a:r>
              <a:rPr lang="en-GB" sz="1200" dirty="0">
                <a:solidFill>
                  <a:srgbClr val="CCCCCC"/>
                </a:solidFill>
                <a:latin typeface="Consolas" panose="020B0609020204030204" pitchFamily="49" charset="0"/>
              </a:rPr>
              <a:t>        </a:t>
            </a:r>
            <a:r>
              <a:rPr lang="en-GB" sz="1200" dirty="0" err="1">
                <a:solidFill>
                  <a:srgbClr val="9CDCFE"/>
                </a:solidFill>
                <a:latin typeface="Consolas" panose="020B0609020204030204" pitchFamily="49" charset="0"/>
              </a:rPr>
              <a:t>visited</a:t>
            </a:r>
            <a:r>
              <a:rPr lang="en-GB" sz="1200" dirty="0" err="1">
                <a:solidFill>
                  <a:srgbClr val="CCCCCC"/>
                </a:solidFill>
                <a:latin typeface="Consolas" panose="020B0609020204030204" pitchFamily="49" charset="0"/>
              </a:rPr>
              <a:t>.</a:t>
            </a:r>
            <a:r>
              <a:rPr lang="en-GB" sz="1200" dirty="0" err="1">
                <a:solidFill>
                  <a:srgbClr val="DCDCAA"/>
                </a:solidFill>
                <a:latin typeface="Consolas" panose="020B0609020204030204" pitchFamily="49" charset="0"/>
              </a:rPr>
              <a:t>add</a:t>
            </a:r>
            <a:r>
              <a:rPr lang="en-GB" sz="1200" dirty="0">
                <a:solidFill>
                  <a:srgbClr val="CCCCCC"/>
                </a:solidFill>
                <a:latin typeface="Consolas" panose="020B0609020204030204" pitchFamily="49" charset="0"/>
              </a:rPr>
              <a:t>(u)</a:t>
            </a:r>
          </a:p>
          <a:p>
            <a:pPr>
              <a:lnSpc>
                <a:spcPts val="1425"/>
              </a:lnSpc>
              <a:spcAft>
                <a:spcPts val="0"/>
              </a:spcAft>
            </a:pPr>
            <a:br>
              <a:rPr lang="en-GB" sz="1200" dirty="0">
                <a:solidFill>
                  <a:srgbClr val="CCCCCC"/>
                </a:solidFill>
                <a:latin typeface="Consolas" panose="020B0609020204030204" pitchFamily="49" charset="0"/>
              </a:rPr>
            </a:br>
            <a:r>
              <a:rPr lang="en-GB" sz="1200" dirty="0">
                <a:solidFill>
                  <a:srgbClr val="CCCCCC"/>
                </a:solidFill>
                <a:latin typeface="Consolas" panose="020B0609020204030204" pitchFamily="49" charset="0"/>
              </a:rPr>
              <a:t>        </a:t>
            </a:r>
            <a:r>
              <a:rPr lang="en-GB" sz="1200" dirty="0">
                <a:solidFill>
                  <a:srgbClr val="C586C0"/>
                </a:solidFill>
                <a:latin typeface="Consolas" panose="020B0609020204030204" pitchFamily="49" charset="0"/>
              </a:rPr>
              <a:t>for</a:t>
            </a:r>
            <a:r>
              <a:rPr lang="en-GB" sz="1200" dirty="0">
                <a:solidFill>
                  <a:srgbClr val="CCCCCC"/>
                </a:solidFill>
                <a:latin typeface="Consolas" panose="020B0609020204030204" pitchFamily="49" charset="0"/>
              </a:rPr>
              <a:t> </a:t>
            </a:r>
            <a:r>
              <a:rPr lang="en-GB" sz="1200" dirty="0">
                <a:solidFill>
                  <a:srgbClr val="9CDCFE"/>
                </a:solidFill>
                <a:latin typeface="Consolas" panose="020B0609020204030204" pitchFamily="49" charset="0"/>
              </a:rPr>
              <a:t>each</a:t>
            </a:r>
            <a:r>
              <a:rPr lang="en-GB" sz="1200" dirty="0">
                <a:solidFill>
                  <a:srgbClr val="CCCCCC"/>
                </a:solidFill>
                <a:latin typeface="Consolas" panose="020B0609020204030204" pitchFamily="49" charset="0"/>
              </a:rPr>
              <a:t> v </a:t>
            </a:r>
            <a:r>
              <a:rPr lang="en-GB" sz="1200" dirty="0">
                <a:solidFill>
                  <a:srgbClr val="C586C0"/>
                </a:solidFill>
                <a:latin typeface="Consolas" panose="020B0609020204030204" pitchFamily="49" charset="0"/>
              </a:rPr>
              <a:t>in</a:t>
            </a:r>
            <a:r>
              <a:rPr lang="en-GB" sz="1200" dirty="0">
                <a:solidFill>
                  <a:srgbClr val="CCCCCC"/>
                </a:solidFill>
                <a:latin typeface="Consolas" panose="020B0609020204030204" pitchFamily="49" charset="0"/>
              </a:rPr>
              <a:t> graph[u]:  </a:t>
            </a:r>
            <a:br>
              <a:rPr lang="en-GB" sz="1200" dirty="0">
                <a:solidFill>
                  <a:srgbClr val="CCCCCC"/>
                </a:solidFill>
                <a:latin typeface="Consolas" panose="020B0609020204030204" pitchFamily="49" charset="0"/>
              </a:rPr>
            </a:br>
            <a:r>
              <a:rPr lang="en-GB" sz="1200" dirty="0">
                <a:solidFill>
                  <a:srgbClr val="CCCCCC"/>
                </a:solidFill>
                <a:latin typeface="Consolas" panose="020B0609020204030204" pitchFamily="49" charset="0"/>
              </a:rPr>
              <a:t>            </a:t>
            </a:r>
            <a:r>
              <a:rPr lang="en-GB" sz="1200" dirty="0">
                <a:solidFill>
                  <a:srgbClr val="C586C0"/>
                </a:solidFill>
                <a:latin typeface="Consolas" panose="020B0609020204030204" pitchFamily="49" charset="0"/>
              </a:rPr>
              <a:t>if</a:t>
            </a:r>
            <a:r>
              <a:rPr lang="en-GB" sz="1200" dirty="0">
                <a:solidFill>
                  <a:srgbClr val="CCCCCC"/>
                </a:solidFill>
                <a:latin typeface="Consolas" panose="020B0609020204030204" pitchFamily="49" charset="0"/>
              </a:rPr>
              <a:t> </a:t>
            </a:r>
            <a:r>
              <a:rPr lang="en-GB" sz="1200" dirty="0">
                <a:solidFill>
                  <a:srgbClr val="9CDCFE"/>
                </a:solidFill>
                <a:latin typeface="Consolas" panose="020B0609020204030204" pitchFamily="49" charset="0"/>
              </a:rPr>
              <a:t>disc</a:t>
            </a:r>
            <a:r>
              <a:rPr lang="en-GB" sz="1200" dirty="0">
                <a:solidFill>
                  <a:srgbClr val="CCCCCC"/>
                </a:solidFill>
                <a:latin typeface="Consolas" panose="020B0609020204030204" pitchFamily="49" charset="0"/>
              </a:rPr>
              <a:t>[v] </a:t>
            </a:r>
            <a:r>
              <a:rPr lang="en-GB" sz="1200" dirty="0">
                <a:solidFill>
                  <a:srgbClr val="D4D4D4"/>
                </a:solidFill>
                <a:latin typeface="Consolas" panose="020B0609020204030204" pitchFamily="49" charset="0"/>
              </a:rPr>
              <a:t>==</a:t>
            </a:r>
            <a:r>
              <a:rPr lang="en-GB" sz="1200" dirty="0">
                <a:solidFill>
                  <a:srgbClr val="CCCCCC"/>
                </a:solidFill>
                <a:latin typeface="Consolas" panose="020B0609020204030204" pitchFamily="49" charset="0"/>
              </a:rPr>
              <a:t> </a:t>
            </a:r>
            <a:r>
              <a:rPr lang="en-GB" sz="1200" dirty="0">
                <a:solidFill>
                  <a:srgbClr val="D4D4D4"/>
                </a:solidFill>
                <a:latin typeface="Consolas" panose="020B0609020204030204" pitchFamily="49" charset="0"/>
              </a:rPr>
              <a:t>-</a:t>
            </a:r>
            <a:r>
              <a:rPr lang="en-GB" sz="1200" dirty="0">
                <a:solidFill>
                  <a:srgbClr val="B5CEA8"/>
                </a:solidFill>
                <a:latin typeface="Consolas" panose="020B0609020204030204" pitchFamily="49" charset="0"/>
              </a:rPr>
              <a:t>1</a:t>
            </a:r>
            <a:r>
              <a:rPr lang="en-GB" sz="1200" dirty="0">
                <a:solidFill>
                  <a:srgbClr val="CCCCCC"/>
                </a:solidFill>
                <a:latin typeface="Consolas" panose="020B0609020204030204" pitchFamily="49" charset="0"/>
              </a:rPr>
              <a:t>:  </a:t>
            </a:r>
            <a:r>
              <a:rPr lang="en-GB" sz="1200" dirty="0">
                <a:solidFill>
                  <a:srgbClr val="6A9955"/>
                </a:solidFill>
                <a:latin typeface="Consolas" panose="020B0609020204030204" pitchFamily="49" charset="0"/>
              </a:rPr>
              <a:t># If v is unvisited</a:t>
            </a:r>
            <a:endParaRPr lang="en-GB" sz="1200" dirty="0">
              <a:solidFill>
                <a:srgbClr val="CCCCCC"/>
              </a:solidFill>
              <a:latin typeface="Consolas" panose="020B0609020204030204" pitchFamily="49" charset="0"/>
            </a:endParaRPr>
          </a:p>
          <a:p>
            <a:pPr>
              <a:lnSpc>
                <a:spcPts val="1425"/>
              </a:lnSpc>
              <a:spcAft>
                <a:spcPts val="0"/>
              </a:spcAft>
            </a:pPr>
            <a:r>
              <a:rPr lang="en-GB" sz="1200" dirty="0">
                <a:solidFill>
                  <a:srgbClr val="CCCCCC"/>
                </a:solidFill>
                <a:latin typeface="Consolas" panose="020B0609020204030204" pitchFamily="49" charset="0"/>
              </a:rPr>
              <a:t>                DFS(graph, v, u)</a:t>
            </a:r>
          </a:p>
          <a:p>
            <a:pPr>
              <a:lnSpc>
                <a:spcPts val="1425"/>
              </a:lnSpc>
              <a:spcAft>
                <a:spcPts val="0"/>
              </a:spcAft>
            </a:pPr>
            <a:br>
              <a:rPr lang="en-GB" sz="1200" dirty="0">
                <a:solidFill>
                  <a:srgbClr val="CCCCCC"/>
                </a:solidFill>
                <a:latin typeface="Consolas" panose="020B0609020204030204" pitchFamily="49" charset="0"/>
              </a:rPr>
            </a:br>
            <a:r>
              <a:rPr lang="en-GB" sz="1200" dirty="0">
                <a:solidFill>
                  <a:srgbClr val="CCCCCC"/>
                </a:solidFill>
                <a:latin typeface="Consolas" panose="020B0609020204030204" pitchFamily="49" charset="0"/>
              </a:rPr>
              <a:t>            </a:t>
            </a:r>
            <a:r>
              <a:rPr lang="en-GB" sz="1200" dirty="0">
                <a:solidFill>
                  <a:srgbClr val="6A9955"/>
                </a:solidFill>
                <a:latin typeface="Consolas" panose="020B0609020204030204" pitchFamily="49" charset="0"/>
              </a:rPr>
              <a:t># Update low[u] based on subtree</a:t>
            </a:r>
            <a:endParaRPr lang="en-GB" sz="1200" dirty="0">
              <a:solidFill>
                <a:srgbClr val="CCCCCC"/>
              </a:solidFill>
              <a:latin typeface="Consolas" panose="020B0609020204030204" pitchFamily="49" charset="0"/>
            </a:endParaRPr>
          </a:p>
          <a:p>
            <a:pPr>
              <a:lnSpc>
                <a:spcPts val="1425"/>
              </a:lnSpc>
              <a:spcAft>
                <a:spcPts val="0"/>
              </a:spcAft>
            </a:pPr>
            <a:r>
              <a:rPr lang="en-GB" sz="1200" dirty="0">
                <a:solidFill>
                  <a:srgbClr val="CCCCCC"/>
                </a:solidFill>
                <a:latin typeface="Consolas" panose="020B0609020204030204" pitchFamily="49" charset="0"/>
              </a:rPr>
              <a:t>                </a:t>
            </a:r>
            <a:r>
              <a:rPr lang="en-GB" sz="1200" dirty="0">
                <a:solidFill>
                  <a:srgbClr val="9CDCFE"/>
                </a:solidFill>
                <a:latin typeface="Consolas" panose="020B0609020204030204" pitchFamily="49" charset="0"/>
              </a:rPr>
              <a:t>low</a:t>
            </a:r>
            <a:r>
              <a:rPr lang="en-GB" sz="1200" dirty="0">
                <a:solidFill>
                  <a:srgbClr val="CCCCCC"/>
                </a:solidFill>
                <a:latin typeface="Consolas" panose="020B0609020204030204" pitchFamily="49" charset="0"/>
              </a:rPr>
              <a:t>[u] </a:t>
            </a:r>
            <a:r>
              <a:rPr lang="en-GB" sz="1200" dirty="0">
                <a:solidFill>
                  <a:srgbClr val="D4D4D4"/>
                </a:solidFill>
                <a:latin typeface="Consolas" panose="020B0609020204030204" pitchFamily="49" charset="0"/>
              </a:rPr>
              <a:t>=</a:t>
            </a:r>
            <a:r>
              <a:rPr lang="en-GB" sz="1200" dirty="0">
                <a:solidFill>
                  <a:srgbClr val="CCCCCC"/>
                </a:solidFill>
                <a:latin typeface="Consolas" panose="020B0609020204030204" pitchFamily="49" charset="0"/>
              </a:rPr>
              <a:t> </a:t>
            </a:r>
            <a:r>
              <a:rPr lang="en-GB" sz="1200" dirty="0">
                <a:solidFill>
                  <a:srgbClr val="DCDCAA"/>
                </a:solidFill>
                <a:latin typeface="Consolas" panose="020B0609020204030204" pitchFamily="49" charset="0"/>
              </a:rPr>
              <a:t>min</a:t>
            </a:r>
            <a:r>
              <a:rPr lang="en-GB" sz="1200" dirty="0">
                <a:solidFill>
                  <a:srgbClr val="CCCCCC"/>
                </a:solidFill>
                <a:latin typeface="Consolas" panose="020B0609020204030204" pitchFamily="49" charset="0"/>
              </a:rPr>
              <a:t>(</a:t>
            </a:r>
            <a:r>
              <a:rPr lang="en-GB" sz="1200" dirty="0">
                <a:solidFill>
                  <a:srgbClr val="9CDCFE"/>
                </a:solidFill>
                <a:latin typeface="Consolas" panose="020B0609020204030204" pitchFamily="49" charset="0"/>
              </a:rPr>
              <a:t>low</a:t>
            </a:r>
            <a:r>
              <a:rPr lang="en-GB" sz="1200" dirty="0">
                <a:solidFill>
                  <a:srgbClr val="CCCCCC"/>
                </a:solidFill>
                <a:latin typeface="Consolas" panose="020B0609020204030204" pitchFamily="49" charset="0"/>
              </a:rPr>
              <a:t>[u], </a:t>
            </a:r>
            <a:r>
              <a:rPr lang="en-GB" sz="1200" dirty="0">
                <a:solidFill>
                  <a:srgbClr val="9CDCFE"/>
                </a:solidFill>
                <a:latin typeface="Consolas" panose="020B0609020204030204" pitchFamily="49" charset="0"/>
              </a:rPr>
              <a:t>low</a:t>
            </a:r>
            <a:r>
              <a:rPr lang="en-GB" sz="1200" dirty="0">
                <a:solidFill>
                  <a:srgbClr val="CCCCCC"/>
                </a:solidFill>
                <a:latin typeface="Consolas" panose="020B0609020204030204" pitchFamily="49" charset="0"/>
              </a:rPr>
              <a:t>[v])</a:t>
            </a:r>
          </a:p>
          <a:p>
            <a:pPr>
              <a:lnSpc>
                <a:spcPts val="1425"/>
              </a:lnSpc>
              <a:spcAft>
                <a:spcPts val="0"/>
              </a:spcAft>
            </a:pPr>
            <a:br>
              <a:rPr lang="en-GB" sz="1200" dirty="0">
                <a:solidFill>
                  <a:srgbClr val="CCCCCC"/>
                </a:solidFill>
                <a:latin typeface="Consolas" panose="020B0609020204030204" pitchFamily="49" charset="0"/>
              </a:rPr>
            </a:br>
            <a:r>
              <a:rPr lang="en-GB" sz="1200" dirty="0">
                <a:solidFill>
                  <a:srgbClr val="CCCCCC"/>
                </a:solidFill>
                <a:latin typeface="Consolas" panose="020B0609020204030204" pitchFamily="49" charset="0"/>
              </a:rPr>
              <a:t>            </a:t>
            </a:r>
            <a:r>
              <a:rPr lang="en-GB" sz="1200" dirty="0">
                <a:solidFill>
                  <a:srgbClr val="6A9955"/>
                </a:solidFill>
                <a:latin typeface="Consolas" panose="020B0609020204030204" pitchFamily="49" charset="0"/>
              </a:rPr>
              <a:t># If low[v] &gt; disc[u], edge (u, v) is a bridge</a:t>
            </a:r>
            <a:endParaRPr lang="en-GB" sz="1200" dirty="0">
              <a:solidFill>
                <a:srgbClr val="CCCCCC"/>
              </a:solidFill>
              <a:latin typeface="Consolas" panose="020B0609020204030204" pitchFamily="49" charset="0"/>
            </a:endParaRPr>
          </a:p>
          <a:p>
            <a:pPr>
              <a:lnSpc>
                <a:spcPts val="1425"/>
              </a:lnSpc>
              <a:spcAft>
                <a:spcPts val="0"/>
              </a:spcAft>
            </a:pPr>
            <a:r>
              <a:rPr lang="en-GB" sz="1200" dirty="0">
                <a:solidFill>
                  <a:srgbClr val="CCCCCC"/>
                </a:solidFill>
                <a:latin typeface="Consolas" panose="020B0609020204030204" pitchFamily="49" charset="0"/>
              </a:rPr>
              <a:t>                </a:t>
            </a:r>
            <a:r>
              <a:rPr lang="en-GB" sz="1200" dirty="0">
                <a:solidFill>
                  <a:srgbClr val="C586C0"/>
                </a:solidFill>
                <a:latin typeface="Consolas" panose="020B0609020204030204" pitchFamily="49" charset="0"/>
              </a:rPr>
              <a:t>if</a:t>
            </a:r>
            <a:r>
              <a:rPr lang="en-GB" sz="1200" dirty="0">
                <a:solidFill>
                  <a:srgbClr val="CCCCCC"/>
                </a:solidFill>
                <a:latin typeface="Consolas" panose="020B0609020204030204" pitchFamily="49" charset="0"/>
              </a:rPr>
              <a:t> </a:t>
            </a:r>
            <a:r>
              <a:rPr lang="en-GB" sz="1200" dirty="0">
                <a:solidFill>
                  <a:srgbClr val="9CDCFE"/>
                </a:solidFill>
                <a:latin typeface="Consolas" panose="020B0609020204030204" pitchFamily="49" charset="0"/>
              </a:rPr>
              <a:t>low</a:t>
            </a:r>
            <a:r>
              <a:rPr lang="en-GB" sz="1200" dirty="0">
                <a:solidFill>
                  <a:srgbClr val="CCCCCC"/>
                </a:solidFill>
                <a:latin typeface="Consolas" panose="020B0609020204030204" pitchFamily="49" charset="0"/>
              </a:rPr>
              <a:t>[v] </a:t>
            </a:r>
            <a:r>
              <a:rPr lang="en-GB" sz="1200" dirty="0">
                <a:solidFill>
                  <a:srgbClr val="D4D4D4"/>
                </a:solidFill>
                <a:latin typeface="Consolas" panose="020B0609020204030204" pitchFamily="49" charset="0"/>
              </a:rPr>
              <a:t>&gt;</a:t>
            </a:r>
            <a:r>
              <a:rPr lang="en-GB" sz="1200" dirty="0">
                <a:solidFill>
                  <a:srgbClr val="CCCCCC"/>
                </a:solidFill>
                <a:latin typeface="Consolas" panose="020B0609020204030204" pitchFamily="49" charset="0"/>
              </a:rPr>
              <a:t> </a:t>
            </a:r>
            <a:r>
              <a:rPr lang="en-GB" sz="1200" dirty="0">
                <a:solidFill>
                  <a:srgbClr val="9CDCFE"/>
                </a:solidFill>
                <a:latin typeface="Consolas" panose="020B0609020204030204" pitchFamily="49" charset="0"/>
              </a:rPr>
              <a:t>disc</a:t>
            </a:r>
            <a:r>
              <a:rPr lang="en-GB" sz="1200" dirty="0">
                <a:solidFill>
                  <a:srgbClr val="CCCCCC"/>
                </a:solidFill>
                <a:latin typeface="Consolas" panose="020B0609020204030204" pitchFamily="49" charset="0"/>
              </a:rPr>
              <a:t>[u]:</a:t>
            </a:r>
          </a:p>
          <a:p>
            <a:pPr>
              <a:lnSpc>
                <a:spcPts val="1425"/>
              </a:lnSpc>
              <a:spcAft>
                <a:spcPts val="0"/>
              </a:spcAft>
            </a:pPr>
            <a:r>
              <a:rPr lang="en-GB" sz="1200" dirty="0">
                <a:solidFill>
                  <a:srgbClr val="CCCCCC"/>
                </a:solidFill>
                <a:latin typeface="Consolas" panose="020B0609020204030204" pitchFamily="49" charset="0"/>
              </a:rPr>
              <a:t>                    </a:t>
            </a:r>
            <a:r>
              <a:rPr lang="en-GB" sz="1200" dirty="0" err="1">
                <a:solidFill>
                  <a:srgbClr val="9CDCFE"/>
                </a:solidFill>
                <a:latin typeface="Consolas" panose="020B0609020204030204" pitchFamily="49" charset="0"/>
              </a:rPr>
              <a:t>bridges</a:t>
            </a:r>
            <a:r>
              <a:rPr lang="en-GB" sz="1200" dirty="0" err="1">
                <a:solidFill>
                  <a:srgbClr val="CCCCCC"/>
                </a:solidFill>
                <a:latin typeface="Consolas" panose="020B0609020204030204" pitchFamily="49" charset="0"/>
              </a:rPr>
              <a:t>.</a:t>
            </a:r>
            <a:r>
              <a:rPr lang="en-GB" sz="1200" dirty="0" err="1">
                <a:solidFill>
                  <a:srgbClr val="DCDCAA"/>
                </a:solidFill>
                <a:latin typeface="Consolas" panose="020B0609020204030204" pitchFamily="49" charset="0"/>
              </a:rPr>
              <a:t>append</a:t>
            </a:r>
            <a:r>
              <a:rPr lang="en-GB" sz="1200" dirty="0">
                <a:solidFill>
                  <a:srgbClr val="CCCCCC"/>
                </a:solidFill>
                <a:latin typeface="Consolas" panose="020B0609020204030204" pitchFamily="49" charset="0"/>
              </a:rPr>
              <a:t>((</a:t>
            </a:r>
            <a:r>
              <a:rPr lang="en-GB" sz="1200" dirty="0">
                <a:solidFill>
                  <a:srgbClr val="DCDCAA"/>
                </a:solidFill>
                <a:latin typeface="Consolas" panose="020B0609020204030204" pitchFamily="49" charset="0"/>
              </a:rPr>
              <a:t>min</a:t>
            </a:r>
            <a:r>
              <a:rPr lang="en-GB" sz="1200" dirty="0">
                <a:solidFill>
                  <a:srgbClr val="CCCCCC"/>
                </a:solidFill>
                <a:latin typeface="Consolas" panose="020B0609020204030204" pitchFamily="49" charset="0"/>
              </a:rPr>
              <a:t>(u, v), </a:t>
            </a:r>
            <a:r>
              <a:rPr lang="en-GB" sz="1200" dirty="0">
                <a:solidFill>
                  <a:srgbClr val="DCDCAA"/>
                </a:solidFill>
                <a:latin typeface="Consolas" panose="020B0609020204030204" pitchFamily="49" charset="0"/>
              </a:rPr>
              <a:t>max</a:t>
            </a:r>
            <a:r>
              <a:rPr lang="en-GB" sz="1200" dirty="0">
                <a:solidFill>
                  <a:srgbClr val="CCCCCC"/>
                </a:solidFill>
                <a:latin typeface="Consolas" panose="020B0609020204030204" pitchFamily="49" charset="0"/>
              </a:rPr>
              <a:t>(u, v)))</a:t>
            </a:r>
          </a:p>
          <a:p>
            <a:pPr>
              <a:lnSpc>
                <a:spcPts val="1425"/>
              </a:lnSpc>
              <a:spcAft>
                <a:spcPts val="0"/>
              </a:spcAft>
            </a:pPr>
            <a:br>
              <a:rPr lang="en-GB" sz="1200" dirty="0">
                <a:solidFill>
                  <a:srgbClr val="CCCCCC"/>
                </a:solidFill>
                <a:latin typeface="Consolas" panose="020B0609020204030204" pitchFamily="49" charset="0"/>
              </a:rPr>
            </a:br>
            <a:r>
              <a:rPr lang="en-GB" sz="1200" dirty="0">
                <a:solidFill>
                  <a:srgbClr val="CCCCCC"/>
                </a:solidFill>
                <a:latin typeface="Consolas" panose="020B0609020204030204" pitchFamily="49" charset="0"/>
              </a:rPr>
              <a:t>            </a:t>
            </a:r>
            <a:r>
              <a:rPr lang="en-GB" sz="1200" dirty="0" err="1">
                <a:solidFill>
                  <a:srgbClr val="C586C0"/>
                </a:solidFill>
                <a:latin typeface="Consolas" panose="020B0609020204030204" pitchFamily="49" charset="0"/>
              </a:rPr>
              <a:t>elif</a:t>
            </a:r>
            <a:r>
              <a:rPr lang="en-GB" sz="1200" dirty="0">
                <a:solidFill>
                  <a:srgbClr val="CCCCCC"/>
                </a:solidFill>
                <a:latin typeface="Consolas" panose="020B0609020204030204" pitchFamily="49" charset="0"/>
              </a:rPr>
              <a:t> v </a:t>
            </a:r>
            <a:r>
              <a:rPr lang="en-GB" sz="1200" dirty="0">
                <a:solidFill>
                  <a:srgbClr val="D4D4D4"/>
                </a:solidFill>
                <a:latin typeface="Consolas" panose="020B0609020204030204" pitchFamily="49" charset="0"/>
              </a:rPr>
              <a:t>!=</a:t>
            </a:r>
            <a:r>
              <a:rPr lang="en-GB" sz="1200" dirty="0">
                <a:solidFill>
                  <a:srgbClr val="CCCCCC"/>
                </a:solidFill>
                <a:latin typeface="Consolas" panose="020B0609020204030204" pitchFamily="49" charset="0"/>
              </a:rPr>
              <a:t> parent:  </a:t>
            </a:r>
            <a:r>
              <a:rPr lang="en-GB" sz="1200" dirty="0">
                <a:solidFill>
                  <a:srgbClr val="6A9955"/>
                </a:solidFill>
                <a:latin typeface="Consolas" panose="020B0609020204030204" pitchFamily="49" charset="0"/>
              </a:rPr>
              <a:t># If v is visited and is not parent</a:t>
            </a:r>
            <a:endParaRPr lang="en-GB" sz="1200" dirty="0">
              <a:solidFill>
                <a:srgbClr val="CCCCCC"/>
              </a:solidFill>
              <a:latin typeface="Consolas" panose="020B0609020204030204" pitchFamily="49" charset="0"/>
            </a:endParaRPr>
          </a:p>
          <a:p>
            <a:pPr>
              <a:lnSpc>
                <a:spcPts val="1425"/>
              </a:lnSpc>
              <a:spcAft>
                <a:spcPts val="0"/>
              </a:spcAft>
            </a:pPr>
            <a:r>
              <a:rPr lang="en-GB" sz="1200" dirty="0">
                <a:solidFill>
                  <a:srgbClr val="CCCCCC"/>
                </a:solidFill>
                <a:latin typeface="Consolas" panose="020B0609020204030204" pitchFamily="49" charset="0"/>
              </a:rPr>
              <a:t>                </a:t>
            </a:r>
            <a:r>
              <a:rPr lang="en-GB" sz="1200" dirty="0">
                <a:solidFill>
                  <a:srgbClr val="9CDCFE"/>
                </a:solidFill>
                <a:latin typeface="Consolas" panose="020B0609020204030204" pitchFamily="49" charset="0"/>
              </a:rPr>
              <a:t>low</a:t>
            </a:r>
            <a:r>
              <a:rPr lang="en-GB" sz="1200" dirty="0">
                <a:solidFill>
                  <a:srgbClr val="CCCCCC"/>
                </a:solidFill>
                <a:latin typeface="Consolas" panose="020B0609020204030204" pitchFamily="49" charset="0"/>
              </a:rPr>
              <a:t>[u] </a:t>
            </a:r>
            <a:r>
              <a:rPr lang="en-GB" sz="1200" dirty="0">
                <a:solidFill>
                  <a:srgbClr val="D4D4D4"/>
                </a:solidFill>
                <a:latin typeface="Consolas" panose="020B0609020204030204" pitchFamily="49" charset="0"/>
              </a:rPr>
              <a:t>=</a:t>
            </a:r>
            <a:r>
              <a:rPr lang="en-GB" sz="1200" dirty="0">
                <a:solidFill>
                  <a:srgbClr val="CCCCCC"/>
                </a:solidFill>
                <a:latin typeface="Consolas" panose="020B0609020204030204" pitchFamily="49" charset="0"/>
              </a:rPr>
              <a:t> </a:t>
            </a:r>
            <a:r>
              <a:rPr lang="en-GB" sz="1200" dirty="0">
                <a:solidFill>
                  <a:srgbClr val="DCDCAA"/>
                </a:solidFill>
                <a:latin typeface="Consolas" panose="020B0609020204030204" pitchFamily="49" charset="0"/>
              </a:rPr>
              <a:t>min</a:t>
            </a:r>
            <a:r>
              <a:rPr lang="en-GB" sz="1200" dirty="0">
                <a:solidFill>
                  <a:srgbClr val="CCCCCC"/>
                </a:solidFill>
                <a:latin typeface="Consolas" panose="020B0609020204030204" pitchFamily="49" charset="0"/>
              </a:rPr>
              <a:t>(</a:t>
            </a:r>
            <a:r>
              <a:rPr lang="en-GB" sz="1200" dirty="0">
                <a:solidFill>
                  <a:srgbClr val="9CDCFE"/>
                </a:solidFill>
                <a:latin typeface="Consolas" panose="020B0609020204030204" pitchFamily="49" charset="0"/>
              </a:rPr>
              <a:t>low</a:t>
            </a:r>
            <a:r>
              <a:rPr lang="en-GB" sz="1200" dirty="0">
                <a:solidFill>
                  <a:srgbClr val="CCCCCC"/>
                </a:solidFill>
                <a:latin typeface="Consolas" panose="020B0609020204030204" pitchFamily="49" charset="0"/>
              </a:rPr>
              <a:t>[u], </a:t>
            </a:r>
            <a:r>
              <a:rPr lang="en-GB" sz="1200" dirty="0">
                <a:solidFill>
                  <a:srgbClr val="9CDCFE"/>
                </a:solidFill>
                <a:latin typeface="Consolas" panose="020B0609020204030204" pitchFamily="49" charset="0"/>
              </a:rPr>
              <a:t>disc</a:t>
            </a:r>
            <a:r>
              <a:rPr lang="en-GB" sz="1200" dirty="0">
                <a:solidFill>
                  <a:srgbClr val="CCCCCC"/>
                </a:solidFill>
                <a:latin typeface="Consolas" panose="020B0609020204030204" pitchFamily="49" charset="0"/>
              </a:rPr>
              <a:t>[v])  </a:t>
            </a:r>
            <a:r>
              <a:rPr lang="en-GB" sz="1200" dirty="0">
                <a:solidFill>
                  <a:srgbClr val="6A9955"/>
                </a:solidFill>
                <a:latin typeface="Consolas" panose="020B0609020204030204" pitchFamily="49" charset="0"/>
              </a:rPr>
              <a:t># Update low value for back edge</a:t>
            </a:r>
            <a:endParaRPr lang="en-GB" sz="1200" dirty="0">
              <a:solidFill>
                <a:srgbClr val="CCCCCC"/>
              </a:solidFill>
              <a:latin typeface="Consolas" panose="020B0609020204030204" pitchFamily="49" charset="0"/>
            </a:endParaRPr>
          </a:p>
          <a:p>
            <a:pPr>
              <a:lnSpc>
                <a:spcPts val="1425"/>
              </a:lnSpc>
              <a:spcAft>
                <a:spcPts val="0"/>
              </a:spcAft>
            </a:pPr>
            <a:r>
              <a:rPr lang="en-GB" sz="4000" dirty="0">
                <a:solidFill>
                  <a:srgbClr val="CCCCCC"/>
                </a:solidFill>
                <a:latin typeface="Consolas" panose="020B0609020204030204" pitchFamily="49" charset="0"/>
              </a:rPr>
              <a:t>	</a:t>
            </a:r>
          </a:p>
          <a:p>
            <a:pPr>
              <a:lnSpc>
                <a:spcPts val="1425"/>
              </a:lnSpc>
              <a:spcAft>
                <a:spcPts val="0"/>
              </a:spcAft>
            </a:pPr>
            <a:r>
              <a:rPr lang="en-GB" sz="4000" dirty="0">
                <a:solidFill>
                  <a:srgbClr val="CCCCCC"/>
                </a:solidFill>
                <a:latin typeface="Consolas" panose="020B0609020204030204" pitchFamily="49" charset="0"/>
              </a:rPr>
              <a:t>	</a:t>
            </a:r>
            <a:r>
              <a:rPr lang="en-GB" sz="1200" dirty="0">
                <a:solidFill>
                  <a:srgbClr val="C586C0"/>
                </a:solidFill>
                <a:latin typeface="Consolas" panose="020B0609020204030204" pitchFamily="49" charset="0"/>
              </a:rPr>
              <a:t>for</a:t>
            </a:r>
            <a:r>
              <a:rPr lang="en-GB" sz="1200" dirty="0">
                <a:solidFill>
                  <a:srgbClr val="CCCCCC"/>
                </a:solidFill>
                <a:latin typeface="Consolas" panose="020B0609020204030204" pitchFamily="49" charset="0"/>
              </a:rPr>
              <a:t> </a:t>
            </a:r>
            <a:r>
              <a:rPr lang="en-GB" sz="1200" dirty="0">
                <a:solidFill>
                  <a:srgbClr val="9CDCFE"/>
                </a:solidFill>
                <a:latin typeface="Consolas" panose="020B0609020204030204" pitchFamily="49" charset="0"/>
              </a:rPr>
              <a:t>each</a:t>
            </a:r>
            <a:r>
              <a:rPr lang="en-GB" sz="1200" dirty="0">
                <a:solidFill>
                  <a:srgbClr val="CCCCCC"/>
                </a:solidFill>
                <a:latin typeface="Consolas" panose="020B0609020204030204" pitchFamily="49" charset="0"/>
              </a:rPr>
              <a:t> node u </a:t>
            </a:r>
            <a:r>
              <a:rPr lang="en-GB" sz="1200" dirty="0">
                <a:solidFill>
                  <a:srgbClr val="C586C0"/>
                </a:solidFill>
                <a:latin typeface="Consolas" panose="020B0609020204030204" pitchFamily="49" charset="0"/>
              </a:rPr>
              <a:t>in</a:t>
            </a:r>
            <a:r>
              <a:rPr lang="en-GB" sz="1200" dirty="0">
                <a:solidFill>
                  <a:srgbClr val="CCCCCC"/>
                </a:solidFill>
                <a:latin typeface="Consolas" panose="020B0609020204030204" pitchFamily="49" charset="0"/>
              </a:rPr>
              <a:t> </a:t>
            </a:r>
            <a:r>
              <a:rPr lang="en-GB" sz="1200" dirty="0">
                <a:solidFill>
                  <a:srgbClr val="DCDCAA"/>
                </a:solidFill>
                <a:latin typeface="Consolas" panose="020B0609020204030204" pitchFamily="49" charset="0"/>
              </a:rPr>
              <a:t>range</a:t>
            </a:r>
            <a:r>
              <a:rPr lang="en-GB" sz="1200" dirty="0">
                <a:solidFill>
                  <a:srgbClr val="CCCCCC"/>
                </a:solidFill>
                <a:latin typeface="Consolas" panose="020B0609020204030204" pitchFamily="49" charset="0"/>
              </a:rPr>
              <a:t>(</a:t>
            </a:r>
            <a:r>
              <a:rPr lang="en-GB" sz="1200" dirty="0">
                <a:solidFill>
                  <a:srgbClr val="B5CEA8"/>
                </a:solidFill>
                <a:latin typeface="Consolas" panose="020B0609020204030204" pitchFamily="49" charset="0"/>
              </a:rPr>
              <a:t>0</a:t>
            </a:r>
            <a:r>
              <a:rPr lang="en-GB" sz="1200" dirty="0">
                <a:solidFill>
                  <a:srgbClr val="CCCCCC"/>
                </a:solidFill>
                <a:latin typeface="Consolas" panose="020B0609020204030204" pitchFamily="49" charset="0"/>
              </a:rPr>
              <a:t>, n):</a:t>
            </a:r>
          </a:p>
          <a:p>
            <a:pPr>
              <a:lnSpc>
                <a:spcPts val="1425"/>
              </a:lnSpc>
              <a:spcAft>
                <a:spcPts val="0"/>
              </a:spcAft>
            </a:pPr>
            <a:r>
              <a:rPr lang="en-GB" sz="1200" dirty="0">
                <a:solidFill>
                  <a:srgbClr val="CCCCCC"/>
                </a:solidFill>
                <a:latin typeface="Consolas" panose="020B0609020204030204" pitchFamily="49" charset="0"/>
              </a:rPr>
              <a:t>        </a:t>
            </a:r>
            <a:r>
              <a:rPr lang="en-GB" sz="1200" dirty="0">
                <a:solidFill>
                  <a:srgbClr val="C586C0"/>
                </a:solidFill>
                <a:latin typeface="Consolas" panose="020B0609020204030204" pitchFamily="49" charset="0"/>
              </a:rPr>
              <a:t>if</a:t>
            </a:r>
            <a:r>
              <a:rPr lang="en-GB" sz="1200" dirty="0">
                <a:solidFill>
                  <a:srgbClr val="CCCCCC"/>
                </a:solidFill>
                <a:latin typeface="Consolas" panose="020B0609020204030204" pitchFamily="49" charset="0"/>
              </a:rPr>
              <a:t> disc[u] </a:t>
            </a:r>
            <a:r>
              <a:rPr lang="en-GB" sz="1200" dirty="0">
                <a:solidFill>
                  <a:srgbClr val="D4D4D4"/>
                </a:solidFill>
                <a:latin typeface="Consolas" panose="020B0609020204030204" pitchFamily="49" charset="0"/>
              </a:rPr>
              <a:t>==</a:t>
            </a:r>
            <a:r>
              <a:rPr lang="en-GB" sz="1200" dirty="0">
                <a:solidFill>
                  <a:srgbClr val="CCCCCC"/>
                </a:solidFill>
                <a:latin typeface="Consolas" panose="020B0609020204030204" pitchFamily="49" charset="0"/>
              </a:rPr>
              <a:t> </a:t>
            </a:r>
            <a:r>
              <a:rPr lang="en-GB" sz="1200" dirty="0">
                <a:solidFill>
                  <a:srgbClr val="D4D4D4"/>
                </a:solidFill>
                <a:latin typeface="Consolas" panose="020B0609020204030204" pitchFamily="49" charset="0"/>
              </a:rPr>
              <a:t>-</a:t>
            </a:r>
            <a:r>
              <a:rPr lang="en-GB" sz="1200" dirty="0">
                <a:solidFill>
                  <a:srgbClr val="B5CEA8"/>
                </a:solidFill>
                <a:latin typeface="Consolas" panose="020B0609020204030204" pitchFamily="49" charset="0"/>
              </a:rPr>
              <a:t>1</a:t>
            </a:r>
            <a:r>
              <a:rPr lang="en-GB" sz="1200" dirty="0">
                <a:solidFill>
                  <a:srgbClr val="CCCCCC"/>
                </a:solidFill>
                <a:latin typeface="Consolas" panose="020B0609020204030204" pitchFamily="49" charset="0"/>
              </a:rPr>
              <a:t>:</a:t>
            </a:r>
          </a:p>
          <a:p>
            <a:pPr>
              <a:lnSpc>
                <a:spcPts val="1425"/>
              </a:lnSpc>
              <a:spcAft>
                <a:spcPts val="0"/>
              </a:spcAft>
            </a:pPr>
            <a:r>
              <a:rPr lang="en-GB" sz="1200" dirty="0">
                <a:solidFill>
                  <a:srgbClr val="CCCCCC"/>
                </a:solidFill>
                <a:latin typeface="Consolas" panose="020B0609020204030204" pitchFamily="49" charset="0"/>
              </a:rPr>
              <a:t>            DFS(graph, u, </a:t>
            </a:r>
            <a:r>
              <a:rPr lang="en-GB" sz="1200" dirty="0">
                <a:solidFill>
                  <a:srgbClr val="D4D4D4"/>
                </a:solidFill>
                <a:latin typeface="Consolas" panose="020B0609020204030204" pitchFamily="49" charset="0"/>
              </a:rPr>
              <a:t>-</a:t>
            </a:r>
            <a:r>
              <a:rPr lang="en-GB" sz="1200" dirty="0">
                <a:solidFill>
                  <a:srgbClr val="B5CEA8"/>
                </a:solidFill>
                <a:latin typeface="Consolas" panose="020B0609020204030204" pitchFamily="49" charset="0"/>
              </a:rPr>
              <a:t>1</a:t>
            </a:r>
            <a:r>
              <a:rPr lang="en-GB" sz="1200" dirty="0">
                <a:solidFill>
                  <a:srgbClr val="CCCCCC"/>
                </a:solidFill>
                <a:latin typeface="Consolas" panose="020B0609020204030204" pitchFamily="49" charset="0"/>
              </a:rPr>
              <a:t>)</a:t>
            </a:r>
          </a:p>
          <a:p>
            <a:pPr>
              <a:lnSpc>
                <a:spcPts val="1425"/>
              </a:lnSpc>
              <a:spcAft>
                <a:spcPts val="0"/>
              </a:spcAft>
            </a:pPr>
            <a:r>
              <a:rPr lang="en-GB" sz="1200" dirty="0">
                <a:solidFill>
                  <a:srgbClr val="C586C0"/>
                </a:solidFill>
                <a:latin typeface="Consolas" panose="020B0609020204030204" pitchFamily="49" charset="0"/>
              </a:rPr>
              <a:t>	return</a:t>
            </a:r>
            <a:r>
              <a:rPr lang="en-GB" sz="1200" dirty="0">
                <a:solidFill>
                  <a:srgbClr val="CCCCCC"/>
                </a:solidFill>
                <a:latin typeface="Consolas" panose="020B0609020204030204" pitchFamily="49" charset="0"/>
              </a:rPr>
              <a:t> </a:t>
            </a:r>
            <a:r>
              <a:rPr lang="en-GB" sz="1200" dirty="0">
                <a:solidFill>
                  <a:srgbClr val="9CDCFE"/>
                </a:solidFill>
                <a:latin typeface="Consolas" panose="020B0609020204030204" pitchFamily="49" charset="0"/>
              </a:rPr>
              <a:t>bridges</a:t>
            </a:r>
            <a:endParaRPr lang="en-GB" sz="1200" dirty="0">
              <a:solidFill>
                <a:srgbClr val="CCCCCC"/>
              </a:solidFill>
              <a:latin typeface="Consolas" panose="020B0609020204030204" pitchFamily="49" charset="0"/>
            </a:endParaRPr>
          </a:p>
          <a:p>
            <a:pPr>
              <a:lnSpc>
                <a:spcPts val="1425"/>
              </a:lnSpc>
              <a:spcAft>
                <a:spcPts val="0"/>
              </a:spcAft>
            </a:pPr>
            <a:br>
              <a:rPr lang="en-GB" sz="1200" dirty="0">
                <a:solidFill>
                  <a:srgbClr val="CCCCCC"/>
                </a:solidFill>
                <a:latin typeface="Consolas" panose="020B0609020204030204" pitchFamily="49" charset="0"/>
              </a:rPr>
            </a:br>
            <a:endParaRPr lang="en-GB" sz="1200" dirty="0">
              <a:solidFill>
                <a:srgbClr val="CCCCCC"/>
              </a:solidFill>
              <a:latin typeface="Consolas" panose="020B0609020204030204" pitchFamily="49" charset="0"/>
            </a:endParaRPr>
          </a:p>
          <a:p>
            <a:pPr>
              <a:spcAft>
                <a:spcPts val="0"/>
              </a:spcAft>
            </a:pPr>
            <a:endParaRPr lang="en-US" sz="1200" dirty="0"/>
          </a:p>
        </p:txBody>
      </p:sp>
    </p:spTree>
    <p:extLst>
      <p:ext uri="{BB962C8B-B14F-4D97-AF65-F5344CB8AC3E}">
        <p14:creationId xmlns:p14="http://schemas.microsoft.com/office/powerpoint/2010/main" val="29927137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5FB75C3E-5885-49DD-8190-BB1E8C511A7E}"/>
              </a:ext>
            </a:extLst>
          </p:cNvPr>
          <p:cNvSpPr>
            <a:spLocks noGrp="1"/>
          </p:cNvSpPr>
          <p:nvPr>
            <p:ph type="title"/>
          </p:nvPr>
        </p:nvSpPr>
        <p:spPr>
          <a:xfrm>
            <a:off x="1552574" y="896111"/>
            <a:ext cx="9866540" cy="1358140"/>
          </a:xfrm>
        </p:spPr>
        <p:txBody>
          <a:bodyPr>
            <a:normAutofit/>
          </a:bodyPr>
          <a:lstStyle/>
          <a:p>
            <a:r>
              <a:rPr lang="en-US" dirty="0"/>
              <a:t>Example</a:t>
            </a:r>
          </a:p>
        </p:txBody>
      </p:sp>
      <p:sp>
        <p:nvSpPr>
          <p:cNvPr id="13" name="Slide Number Placeholder 12">
            <a:extLst>
              <a:ext uri="{FF2B5EF4-FFF2-40B4-BE49-F238E27FC236}">
                <a16:creationId xmlns:a16="http://schemas.microsoft.com/office/drawing/2014/main" id="{A540B739-30F9-C86F-67ED-2197DC1E598B}"/>
              </a:ext>
            </a:extLst>
          </p:cNvPr>
          <p:cNvSpPr>
            <a:spLocks noGrp="1"/>
          </p:cNvSpPr>
          <p:nvPr>
            <p:ph type="sldNum" sz="quarter" idx="12"/>
          </p:nvPr>
        </p:nvSpPr>
        <p:spPr>
          <a:xfrm>
            <a:off x="11123295" y="6356350"/>
            <a:ext cx="457200" cy="365125"/>
          </a:xfrm>
        </p:spPr>
        <p:txBody>
          <a:bodyPr/>
          <a:lstStyle/>
          <a:p>
            <a:fld id="{B5CEABB6-07DC-46E8-9B57-56EC44A396E5}" type="slidenum">
              <a:rPr lang="en-US" smtClean="0"/>
              <a:pPr/>
              <a:t>12</a:t>
            </a:fld>
            <a:endParaRPr lang="en-US" dirty="0"/>
          </a:p>
        </p:txBody>
      </p:sp>
      <p:grpSp>
        <p:nvGrpSpPr>
          <p:cNvPr id="6" name="Group 5">
            <a:extLst>
              <a:ext uri="{FF2B5EF4-FFF2-40B4-BE49-F238E27FC236}">
                <a16:creationId xmlns:a16="http://schemas.microsoft.com/office/drawing/2014/main" id="{570001D3-1620-8B6B-5D28-B0C25B600905}"/>
              </a:ext>
            </a:extLst>
          </p:cNvPr>
          <p:cNvGrpSpPr/>
          <p:nvPr/>
        </p:nvGrpSpPr>
        <p:grpSpPr>
          <a:xfrm>
            <a:off x="2721427" y="2006383"/>
            <a:ext cx="7761515" cy="3975853"/>
            <a:chOff x="1923396" y="2202267"/>
            <a:chExt cx="11623761" cy="6130762"/>
          </a:xfrm>
        </p:grpSpPr>
        <p:grpSp>
          <p:nvGrpSpPr>
            <p:cNvPr id="9" name="Group 8">
              <a:extLst>
                <a:ext uri="{FF2B5EF4-FFF2-40B4-BE49-F238E27FC236}">
                  <a16:creationId xmlns:a16="http://schemas.microsoft.com/office/drawing/2014/main" id="{4EE5F4A5-2781-1B07-A2F4-39AF25D2E12B}"/>
                </a:ext>
              </a:extLst>
            </p:cNvPr>
            <p:cNvGrpSpPr/>
            <p:nvPr/>
          </p:nvGrpSpPr>
          <p:grpSpPr>
            <a:xfrm>
              <a:off x="4740843" y="3152934"/>
              <a:ext cx="8806314" cy="4188538"/>
              <a:chOff x="2937991" y="2642573"/>
              <a:chExt cx="8806314" cy="4188538"/>
            </a:xfrm>
          </p:grpSpPr>
          <p:sp>
            <p:nvSpPr>
              <p:cNvPr id="26" name="Oval 25">
                <a:extLst>
                  <a:ext uri="{FF2B5EF4-FFF2-40B4-BE49-F238E27FC236}">
                    <a16:creationId xmlns:a16="http://schemas.microsoft.com/office/drawing/2014/main" id="{F26AD2FA-834C-AA74-C43F-4FF240EDA926}"/>
                  </a:ext>
                </a:extLst>
              </p:cNvPr>
              <p:cNvSpPr/>
              <p:nvPr/>
            </p:nvSpPr>
            <p:spPr>
              <a:xfrm>
                <a:off x="2937991" y="4277032"/>
                <a:ext cx="926845" cy="866466"/>
              </a:xfrm>
              <a:prstGeom prst="ellipse">
                <a:avLst/>
              </a:prstGeom>
              <a:solidFill>
                <a:schemeClr val="accent1">
                  <a:lumMod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A</a:t>
                </a:r>
              </a:p>
            </p:txBody>
          </p:sp>
          <p:sp>
            <p:nvSpPr>
              <p:cNvPr id="27" name="Oval 26">
                <a:extLst>
                  <a:ext uri="{FF2B5EF4-FFF2-40B4-BE49-F238E27FC236}">
                    <a16:creationId xmlns:a16="http://schemas.microsoft.com/office/drawing/2014/main" id="{E4656376-0105-45A8-9AD5-087D7F5789D5}"/>
                  </a:ext>
                </a:extLst>
              </p:cNvPr>
              <p:cNvSpPr>
                <a:spLocks/>
              </p:cNvSpPr>
              <p:nvPr/>
            </p:nvSpPr>
            <p:spPr>
              <a:xfrm>
                <a:off x="6543696" y="4256439"/>
                <a:ext cx="926845" cy="866466"/>
              </a:xfrm>
              <a:prstGeom prst="ellipse">
                <a:avLst/>
              </a:prstGeom>
              <a:solidFill>
                <a:schemeClr val="accent1">
                  <a:lumMod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B</a:t>
                </a:r>
              </a:p>
            </p:txBody>
          </p:sp>
          <p:sp>
            <p:nvSpPr>
              <p:cNvPr id="28" name="Oval 27">
                <a:extLst>
                  <a:ext uri="{FF2B5EF4-FFF2-40B4-BE49-F238E27FC236}">
                    <a16:creationId xmlns:a16="http://schemas.microsoft.com/office/drawing/2014/main" id="{A8D7790F-BBAA-17DD-EB5F-DFE7353174D2}"/>
                  </a:ext>
                </a:extLst>
              </p:cNvPr>
              <p:cNvSpPr/>
              <p:nvPr/>
            </p:nvSpPr>
            <p:spPr>
              <a:xfrm>
                <a:off x="8474099" y="2642573"/>
                <a:ext cx="926845" cy="866466"/>
              </a:xfrm>
              <a:prstGeom prst="ellipse">
                <a:avLst/>
              </a:prstGeom>
              <a:solidFill>
                <a:schemeClr val="accent1">
                  <a:lumMod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C</a:t>
                </a:r>
              </a:p>
            </p:txBody>
          </p:sp>
          <p:sp>
            <p:nvSpPr>
              <p:cNvPr id="29" name="Oval 28">
                <a:extLst>
                  <a:ext uri="{FF2B5EF4-FFF2-40B4-BE49-F238E27FC236}">
                    <a16:creationId xmlns:a16="http://schemas.microsoft.com/office/drawing/2014/main" id="{DC5B3669-DFCB-9D06-D400-53FA21F0F9A2}"/>
                  </a:ext>
                </a:extLst>
              </p:cNvPr>
              <p:cNvSpPr/>
              <p:nvPr/>
            </p:nvSpPr>
            <p:spPr>
              <a:xfrm>
                <a:off x="10817460" y="4277032"/>
                <a:ext cx="926845" cy="866466"/>
              </a:xfrm>
              <a:prstGeom prst="ellipse">
                <a:avLst/>
              </a:prstGeom>
              <a:solidFill>
                <a:schemeClr val="accent1">
                  <a:lumMod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D</a:t>
                </a:r>
              </a:p>
            </p:txBody>
          </p:sp>
          <p:sp>
            <p:nvSpPr>
              <p:cNvPr id="30" name="Oval 29">
                <a:extLst>
                  <a:ext uri="{FF2B5EF4-FFF2-40B4-BE49-F238E27FC236}">
                    <a16:creationId xmlns:a16="http://schemas.microsoft.com/office/drawing/2014/main" id="{04FF2A36-9B08-B79C-423B-1B961DC4896C}"/>
                  </a:ext>
                </a:extLst>
              </p:cNvPr>
              <p:cNvSpPr/>
              <p:nvPr/>
            </p:nvSpPr>
            <p:spPr>
              <a:xfrm>
                <a:off x="8474099" y="5964645"/>
                <a:ext cx="926845" cy="866466"/>
              </a:xfrm>
              <a:prstGeom prst="ellipse">
                <a:avLst/>
              </a:prstGeom>
              <a:solidFill>
                <a:schemeClr val="accent1">
                  <a:lumMod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E</a:t>
                </a:r>
              </a:p>
            </p:txBody>
          </p:sp>
          <p:cxnSp>
            <p:nvCxnSpPr>
              <p:cNvPr id="31" name="Straight Connector 30">
                <a:extLst>
                  <a:ext uri="{FF2B5EF4-FFF2-40B4-BE49-F238E27FC236}">
                    <a16:creationId xmlns:a16="http://schemas.microsoft.com/office/drawing/2014/main" id="{8D075C20-AD6F-ED9B-AF73-E63FFF2280BD}"/>
                  </a:ext>
                </a:extLst>
              </p:cNvPr>
              <p:cNvCxnSpPr>
                <a:stCxn id="26" idx="6"/>
                <a:endCxn id="27" idx="2"/>
              </p:cNvCxnSpPr>
              <p:nvPr/>
            </p:nvCxnSpPr>
            <p:spPr>
              <a:xfrm flipV="1">
                <a:off x="3864836" y="4689672"/>
                <a:ext cx="2678860" cy="20593"/>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D3A40AD-788A-E2EA-ED9E-6C2C92D6FB96}"/>
                  </a:ext>
                </a:extLst>
              </p:cNvPr>
              <p:cNvCxnSpPr>
                <a:cxnSpLocks/>
                <a:stCxn id="27" idx="7"/>
                <a:endCxn id="28" idx="3"/>
              </p:cNvCxnSpPr>
              <p:nvPr/>
            </p:nvCxnSpPr>
            <p:spPr>
              <a:xfrm flipV="1">
                <a:off x="7334808" y="3382148"/>
                <a:ext cx="1275024" cy="1001182"/>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EE71553-E3A0-2144-977E-937DDD61E648}"/>
                  </a:ext>
                </a:extLst>
              </p:cNvPr>
              <p:cNvCxnSpPr>
                <a:cxnSpLocks/>
                <a:stCxn id="30" idx="6"/>
                <a:endCxn id="29" idx="3"/>
              </p:cNvCxnSpPr>
              <p:nvPr/>
            </p:nvCxnSpPr>
            <p:spPr>
              <a:xfrm flipV="1">
                <a:off x="9400944" y="5016607"/>
                <a:ext cx="1552249" cy="1381271"/>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282986E-9B71-D398-316A-E41B2F5AA43A}"/>
                  </a:ext>
                </a:extLst>
              </p:cNvPr>
              <p:cNvCxnSpPr>
                <a:cxnSpLocks/>
                <a:stCxn id="27" idx="5"/>
              </p:cNvCxnSpPr>
              <p:nvPr/>
            </p:nvCxnSpPr>
            <p:spPr>
              <a:xfrm>
                <a:off x="7334808" y="4996014"/>
                <a:ext cx="1239547" cy="1219005"/>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1C8C42A-01CE-25E4-11B9-5AE237FFB346}"/>
                  </a:ext>
                </a:extLst>
              </p:cNvPr>
              <p:cNvCxnSpPr>
                <a:cxnSpLocks/>
                <a:stCxn id="28" idx="6"/>
                <a:endCxn id="29" idx="1"/>
              </p:cNvCxnSpPr>
              <p:nvPr/>
            </p:nvCxnSpPr>
            <p:spPr>
              <a:xfrm>
                <a:off x="9400944" y="3075806"/>
                <a:ext cx="1552249" cy="1328117"/>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A5F754A-8007-4715-0280-125003A25088}"/>
                    </a:ext>
                  </a:extLst>
                </p:cNvPr>
                <p:cNvSpPr txBox="1"/>
                <p:nvPr/>
              </p:nvSpPr>
              <p:spPr>
                <a:xfrm>
                  <a:off x="4361279" y="3745588"/>
                  <a:ext cx="617363" cy="7996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a:solidFill>
                                  <a:schemeClr val="bg1"/>
                                </a:solidFill>
                                <a:latin typeface="Cambria Math" panose="02040503050406030204" pitchFamily="18" charset="0"/>
                              </a:rPr>
                              <m:t>1</m:t>
                            </m:r>
                          </m:num>
                          <m:den>
                            <m:r>
                              <a:rPr lang="en-US" i="0">
                                <a:solidFill>
                                  <a:schemeClr val="bg1"/>
                                </a:solidFill>
                                <a:latin typeface="Cambria Math" panose="02040503050406030204" pitchFamily="18" charset="0"/>
                              </a:rPr>
                              <m:t>1</m:t>
                            </m:r>
                          </m:den>
                        </m:f>
                      </m:oMath>
                    </m:oMathPara>
                  </a14:m>
                  <a:endParaRPr lang="en-US" dirty="0">
                    <a:solidFill>
                      <a:schemeClr val="bg1"/>
                    </a:solidFill>
                  </a:endParaRPr>
                </a:p>
              </p:txBody>
            </p:sp>
          </mc:Choice>
          <mc:Fallback xmlns="">
            <p:sp>
              <p:nvSpPr>
                <p:cNvPr id="10" name="TextBox 9">
                  <a:extLst>
                    <a:ext uri="{FF2B5EF4-FFF2-40B4-BE49-F238E27FC236}">
                      <a16:creationId xmlns:a16="http://schemas.microsoft.com/office/drawing/2014/main" id="{8A5F754A-8007-4715-0280-125003A25088}"/>
                    </a:ext>
                  </a:extLst>
                </p:cNvPr>
                <p:cNvSpPr txBox="1">
                  <a:spLocks noRot="1" noChangeAspect="1" noMove="1" noResize="1" noEditPoints="1" noAdjustHandles="1" noChangeArrowheads="1" noChangeShapeType="1" noTextEdit="1"/>
                </p:cNvSpPr>
                <p:nvPr/>
              </p:nvSpPr>
              <p:spPr>
                <a:xfrm>
                  <a:off x="4361279" y="3745588"/>
                  <a:ext cx="617363" cy="79968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A35708C-35D6-B2A5-A854-FA3B94C4E2E0}"/>
                    </a:ext>
                  </a:extLst>
                </p:cNvPr>
                <p:cNvSpPr txBox="1"/>
                <p:nvPr/>
              </p:nvSpPr>
              <p:spPr>
                <a:xfrm>
                  <a:off x="8192605" y="3822520"/>
                  <a:ext cx="617363" cy="7996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2</m:t>
                            </m:r>
                          </m:num>
                          <m:den>
                            <m:r>
                              <a:rPr lang="en-US" b="0" i="0" smtClean="0">
                                <a:solidFill>
                                  <a:schemeClr val="bg1"/>
                                </a:solidFill>
                                <a:latin typeface="Cambria Math" panose="02040503050406030204" pitchFamily="18" charset="0"/>
                              </a:rPr>
                              <m:t>2</m:t>
                            </m:r>
                          </m:den>
                        </m:f>
                      </m:oMath>
                    </m:oMathPara>
                  </a14:m>
                  <a:endParaRPr lang="en-US" sz="1200" dirty="0">
                    <a:solidFill>
                      <a:schemeClr val="bg1"/>
                    </a:solidFill>
                  </a:endParaRPr>
                </a:p>
              </p:txBody>
            </p:sp>
          </mc:Choice>
          <mc:Fallback xmlns="">
            <p:sp>
              <p:nvSpPr>
                <p:cNvPr id="11" name="TextBox 10">
                  <a:extLst>
                    <a:ext uri="{FF2B5EF4-FFF2-40B4-BE49-F238E27FC236}">
                      <a16:creationId xmlns:a16="http://schemas.microsoft.com/office/drawing/2014/main" id="{0A35708C-35D6-B2A5-A854-FA3B94C4E2E0}"/>
                    </a:ext>
                  </a:extLst>
                </p:cNvPr>
                <p:cNvSpPr txBox="1">
                  <a:spLocks noRot="1" noChangeAspect="1" noMove="1" noResize="1" noEditPoints="1" noAdjustHandles="1" noChangeArrowheads="1" noChangeShapeType="1" noTextEdit="1"/>
                </p:cNvSpPr>
                <p:nvPr/>
              </p:nvSpPr>
              <p:spPr>
                <a:xfrm>
                  <a:off x="8192605" y="3822520"/>
                  <a:ext cx="617363" cy="79968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5722919-B282-52BC-9591-CEEE19BAA4E5}"/>
                    </a:ext>
                  </a:extLst>
                </p:cNvPr>
                <p:cNvSpPr txBox="1"/>
                <p:nvPr/>
              </p:nvSpPr>
              <p:spPr>
                <a:xfrm>
                  <a:off x="10431691" y="2202267"/>
                  <a:ext cx="617363" cy="80245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3</m:t>
                            </m:r>
                          </m:num>
                          <m:den>
                            <m:r>
                              <a:rPr lang="en-US" b="0" i="0" smtClean="0">
                                <a:solidFill>
                                  <a:schemeClr val="bg1"/>
                                </a:solidFill>
                                <a:latin typeface="Cambria Math" panose="02040503050406030204" pitchFamily="18" charset="0"/>
                              </a:rPr>
                              <m:t>3</m:t>
                            </m:r>
                          </m:den>
                        </m:f>
                      </m:oMath>
                    </m:oMathPara>
                  </a14:m>
                  <a:endParaRPr lang="en-US" sz="1200" dirty="0">
                    <a:solidFill>
                      <a:schemeClr val="bg1"/>
                    </a:solidFill>
                  </a:endParaRPr>
                </a:p>
              </p:txBody>
            </p:sp>
          </mc:Choice>
          <mc:Fallback xmlns="">
            <p:sp>
              <p:nvSpPr>
                <p:cNvPr id="12" name="TextBox 11">
                  <a:extLst>
                    <a:ext uri="{FF2B5EF4-FFF2-40B4-BE49-F238E27FC236}">
                      <a16:creationId xmlns:a16="http://schemas.microsoft.com/office/drawing/2014/main" id="{55722919-B282-52BC-9591-CEEE19BAA4E5}"/>
                    </a:ext>
                  </a:extLst>
                </p:cNvPr>
                <p:cNvSpPr txBox="1">
                  <a:spLocks noRot="1" noChangeAspect="1" noMove="1" noResize="1" noEditPoints="1" noAdjustHandles="1" noChangeArrowheads="1" noChangeShapeType="1" noTextEdit="1"/>
                </p:cNvSpPr>
                <p:nvPr/>
              </p:nvSpPr>
              <p:spPr>
                <a:xfrm>
                  <a:off x="10431691" y="2202267"/>
                  <a:ext cx="617363" cy="80245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2D3FB0D-4BE6-CCAA-3ED7-023B5AE3B566}"/>
                    </a:ext>
                  </a:extLst>
                </p:cNvPr>
                <p:cNvSpPr txBox="1"/>
                <p:nvPr/>
              </p:nvSpPr>
              <p:spPr>
                <a:xfrm>
                  <a:off x="12929794" y="3846909"/>
                  <a:ext cx="617363" cy="79810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4</m:t>
                            </m:r>
                          </m:num>
                          <m:den>
                            <m:r>
                              <a:rPr lang="en-US" b="0" i="0" smtClean="0">
                                <a:solidFill>
                                  <a:schemeClr val="bg1"/>
                                </a:solidFill>
                                <a:latin typeface="Cambria Math" panose="02040503050406030204" pitchFamily="18" charset="0"/>
                              </a:rPr>
                              <m:t>4</m:t>
                            </m:r>
                          </m:den>
                        </m:f>
                      </m:oMath>
                    </m:oMathPara>
                  </a14:m>
                  <a:endParaRPr lang="en-US" sz="1200" dirty="0">
                    <a:solidFill>
                      <a:schemeClr val="bg1"/>
                    </a:solidFill>
                  </a:endParaRPr>
                </a:p>
              </p:txBody>
            </p:sp>
          </mc:Choice>
          <mc:Fallback xmlns="">
            <p:sp>
              <p:nvSpPr>
                <p:cNvPr id="14" name="TextBox 13">
                  <a:extLst>
                    <a:ext uri="{FF2B5EF4-FFF2-40B4-BE49-F238E27FC236}">
                      <a16:creationId xmlns:a16="http://schemas.microsoft.com/office/drawing/2014/main" id="{F2D3FB0D-4BE6-CCAA-3ED7-023B5AE3B566}"/>
                    </a:ext>
                  </a:extLst>
                </p:cNvPr>
                <p:cNvSpPr txBox="1">
                  <a:spLocks noRot="1" noChangeAspect="1" noMove="1" noResize="1" noEditPoints="1" noAdjustHandles="1" noChangeArrowheads="1" noChangeShapeType="1" noTextEdit="1"/>
                </p:cNvSpPr>
                <p:nvPr/>
              </p:nvSpPr>
              <p:spPr>
                <a:xfrm>
                  <a:off x="12929794" y="3846909"/>
                  <a:ext cx="617363" cy="79810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D137995-B5E0-1164-080A-1BE8B8A50550}"/>
                    </a:ext>
                  </a:extLst>
                </p:cNvPr>
                <p:cNvSpPr txBox="1"/>
                <p:nvPr/>
              </p:nvSpPr>
              <p:spPr>
                <a:xfrm>
                  <a:off x="10412683" y="7496562"/>
                  <a:ext cx="617363" cy="83646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5</m:t>
                            </m:r>
                          </m:num>
                          <m:den>
                            <m:r>
                              <a:rPr lang="en-US" b="0" i="0" smtClean="0">
                                <a:solidFill>
                                  <a:schemeClr val="bg1"/>
                                </a:solidFill>
                                <a:latin typeface="Cambria Math" panose="02040503050406030204" pitchFamily="18" charset="0"/>
                              </a:rPr>
                              <m:t>5</m:t>
                            </m:r>
                          </m:den>
                        </m:f>
                      </m:oMath>
                    </m:oMathPara>
                  </a14:m>
                  <a:endParaRPr lang="en-US" sz="1200" dirty="0">
                    <a:solidFill>
                      <a:schemeClr val="bg1"/>
                    </a:solidFill>
                  </a:endParaRPr>
                </a:p>
              </p:txBody>
            </p:sp>
          </mc:Choice>
          <mc:Fallback xmlns="">
            <p:sp>
              <p:nvSpPr>
                <p:cNvPr id="15" name="TextBox 14">
                  <a:extLst>
                    <a:ext uri="{FF2B5EF4-FFF2-40B4-BE49-F238E27FC236}">
                      <a16:creationId xmlns:a16="http://schemas.microsoft.com/office/drawing/2014/main" id="{7D137995-B5E0-1164-080A-1BE8B8A50550}"/>
                    </a:ext>
                  </a:extLst>
                </p:cNvPr>
                <p:cNvSpPr txBox="1">
                  <a:spLocks noRot="1" noChangeAspect="1" noMove="1" noResize="1" noEditPoints="1" noAdjustHandles="1" noChangeArrowheads="1" noChangeShapeType="1" noTextEdit="1"/>
                </p:cNvSpPr>
                <p:nvPr/>
              </p:nvSpPr>
              <p:spPr>
                <a:xfrm>
                  <a:off x="10412683" y="7496562"/>
                  <a:ext cx="617363" cy="836467"/>
                </a:xfrm>
                <a:prstGeom prst="rect">
                  <a:avLst/>
                </a:prstGeom>
                <a:blipFill>
                  <a:blip r:embed="rId7"/>
                  <a:stretch>
                    <a:fillRect/>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9D1341A3-2B55-5F04-6DAA-F2141BB32A0A}"/>
                </a:ext>
              </a:extLst>
            </p:cNvPr>
            <p:cNvSpPr txBox="1"/>
            <p:nvPr/>
          </p:nvSpPr>
          <p:spPr>
            <a:xfrm>
              <a:off x="1923396" y="3594029"/>
              <a:ext cx="1944509" cy="522050"/>
            </a:xfrm>
            <a:prstGeom prst="rect">
              <a:avLst/>
            </a:prstGeom>
            <a:noFill/>
          </p:spPr>
          <p:txBody>
            <a:bodyPr wrap="square" rtlCol="0">
              <a:spAutoFit/>
            </a:bodyPr>
            <a:lstStyle/>
            <a:p>
              <a:r>
                <a:rPr lang="en-US" sz="1600" dirty="0">
                  <a:solidFill>
                    <a:schemeClr val="bg1"/>
                  </a:solidFill>
                </a:rPr>
                <a:t>Discovery</a:t>
              </a:r>
            </a:p>
          </p:txBody>
        </p:sp>
        <p:sp>
          <p:nvSpPr>
            <p:cNvPr id="17" name="TextBox 16">
              <a:extLst>
                <a:ext uri="{FF2B5EF4-FFF2-40B4-BE49-F238E27FC236}">
                  <a16:creationId xmlns:a16="http://schemas.microsoft.com/office/drawing/2014/main" id="{8BA15DF5-3D52-A04A-D3F0-69E94CBBA4C7}"/>
                </a:ext>
              </a:extLst>
            </p:cNvPr>
            <p:cNvSpPr txBox="1"/>
            <p:nvPr/>
          </p:nvSpPr>
          <p:spPr>
            <a:xfrm>
              <a:off x="2075828" y="4126873"/>
              <a:ext cx="1494340" cy="522050"/>
            </a:xfrm>
            <a:prstGeom prst="rect">
              <a:avLst/>
            </a:prstGeom>
            <a:noFill/>
          </p:spPr>
          <p:txBody>
            <a:bodyPr wrap="square" rtlCol="0">
              <a:spAutoFit/>
            </a:bodyPr>
            <a:lstStyle/>
            <a:p>
              <a:r>
                <a:rPr lang="en-US" sz="1600" dirty="0">
                  <a:solidFill>
                    <a:schemeClr val="bg1"/>
                  </a:solidFill>
                </a:rPr>
                <a:t>Low</a:t>
              </a:r>
            </a:p>
          </p:txBody>
        </p:sp>
        <p:cxnSp>
          <p:nvCxnSpPr>
            <p:cNvPr id="18" name="Straight Arrow Connector 17">
              <a:extLst>
                <a:ext uri="{FF2B5EF4-FFF2-40B4-BE49-F238E27FC236}">
                  <a16:creationId xmlns:a16="http://schemas.microsoft.com/office/drawing/2014/main" id="{15960302-806B-AA8F-E5E1-28333B7D37AD}"/>
                </a:ext>
              </a:extLst>
            </p:cNvPr>
            <p:cNvCxnSpPr>
              <a:cxnSpLocks/>
            </p:cNvCxnSpPr>
            <p:nvPr/>
          </p:nvCxnSpPr>
          <p:spPr>
            <a:xfrm>
              <a:off x="3561102" y="3892509"/>
              <a:ext cx="834215" cy="0"/>
            </a:xfrm>
            <a:prstGeom prst="straightConnector1">
              <a:avLst/>
            </a:prstGeom>
            <a:ln w="5715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899E472-EA71-51EA-CE62-8D5E1A6EE63F}"/>
                </a:ext>
              </a:extLst>
            </p:cNvPr>
            <p:cNvCxnSpPr>
              <a:cxnSpLocks/>
            </p:cNvCxnSpPr>
            <p:nvPr/>
          </p:nvCxnSpPr>
          <p:spPr>
            <a:xfrm>
              <a:off x="2993467" y="4393099"/>
              <a:ext cx="1296872" cy="0"/>
            </a:xfrm>
            <a:prstGeom prst="straightConnector1">
              <a:avLst/>
            </a:prstGeom>
            <a:ln w="5715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92B7A60-16A4-DC7A-8CC9-B919B17B07C4}"/>
                </a:ext>
              </a:extLst>
            </p:cNvPr>
            <p:cNvCxnSpPr>
              <a:cxnSpLocks/>
            </p:cNvCxnSpPr>
            <p:nvPr/>
          </p:nvCxnSpPr>
          <p:spPr>
            <a:xfrm>
              <a:off x="5943600" y="4914284"/>
              <a:ext cx="2138516" cy="0"/>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3332C7D-9C07-1169-2EE2-62891104FF50}"/>
                </a:ext>
              </a:extLst>
            </p:cNvPr>
            <p:cNvCxnSpPr>
              <a:cxnSpLocks/>
            </p:cNvCxnSpPr>
            <p:nvPr/>
          </p:nvCxnSpPr>
          <p:spPr>
            <a:xfrm flipV="1">
              <a:off x="9137660" y="3846909"/>
              <a:ext cx="994482" cy="782241"/>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0AE276E-5733-68E3-DEF8-948C3DBD131D}"/>
                </a:ext>
              </a:extLst>
            </p:cNvPr>
            <p:cNvCxnSpPr>
              <a:cxnSpLocks/>
            </p:cNvCxnSpPr>
            <p:nvPr/>
          </p:nvCxnSpPr>
          <p:spPr>
            <a:xfrm flipH="1">
              <a:off x="11304052" y="5460328"/>
              <a:ext cx="1167135" cy="1091993"/>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9570F2D-80C8-BD8F-0201-32CAE7506300}"/>
                </a:ext>
              </a:extLst>
            </p:cNvPr>
            <p:cNvCxnSpPr>
              <a:cxnSpLocks/>
            </p:cNvCxnSpPr>
            <p:nvPr/>
          </p:nvCxnSpPr>
          <p:spPr>
            <a:xfrm>
              <a:off x="11473294" y="3533012"/>
              <a:ext cx="1282751" cy="1132466"/>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1CCF730-1C98-FC87-1A88-9278AF576C3F}"/>
                </a:ext>
              </a:extLst>
            </p:cNvPr>
            <p:cNvCxnSpPr>
              <a:cxnSpLocks/>
            </p:cNvCxnSpPr>
            <p:nvPr/>
          </p:nvCxnSpPr>
          <p:spPr>
            <a:xfrm flipH="1" flipV="1">
              <a:off x="9043394" y="5718404"/>
              <a:ext cx="1114753" cy="1092115"/>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524660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5F0E8-0B1B-137E-4D67-9B0264B11D79}"/>
            </a:ext>
          </a:extLst>
        </p:cNvPr>
        <p:cNvGrpSpPr/>
        <p:nvPr/>
      </p:nvGrpSpPr>
      <p:grpSpPr>
        <a:xfrm>
          <a:off x="0" y="0"/>
          <a:ext cx="0" cy="0"/>
          <a:chOff x="0" y="0"/>
          <a:chExt cx="0" cy="0"/>
        </a:xfrm>
      </p:grpSpPr>
      <p:sp>
        <p:nvSpPr>
          <p:cNvPr id="23" name="Title 22">
            <a:extLst>
              <a:ext uri="{FF2B5EF4-FFF2-40B4-BE49-F238E27FC236}">
                <a16:creationId xmlns:a16="http://schemas.microsoft.com/office/drawing/2014/main" id="{55AE6F6B-063E-760A-0D41-D0DFCA98F5FD}"/>
              </a:ext>
            </a:extLst>
          </p:cNvPr>
          <p:cNvSpPr>
            <a:spLocks noGrp="1"/>
          </p:cNvSpPr>
          <p:nvPr>
            <p:ph type="title"/>
          </p:nvPr>
        </p:nvSpPr>
        <p:spPr>
          <a:xfrm>
            <a:off x="1552574" y="896111"/>
            <a:ext cx="9866540" cy="1358140"/>
          </a:xfrm>
        </p:spPr>
        <p:txBody>
          <a:bodyPr>
            <a:normAutofit/>
          </a:bodyPr>
          <a:lstStyle/>
          <a:p>
            <a:r>
              <a:rPr lang="en-US" dirty="0"/>
              <a:t>Example</a:t>
            </a:r>
          </a:p>
        </p:txBody>
      </p:sp>
      <p:sp>
        <p:nvSpPr>
          <p:cNvPr id="13" name="Slide Number Placeholder 12">
            <a:extLst>
              <a:ext uri="{FF2B5EF4-FFF2-40B4-BE49-F238E27FC236}">
                <a16:creationId xmlns:a16="http://schemas.microsoft.com/office/drawing/2014/main" id="{EBEFBD46-48B9-B912-D84F-412FDCE185E0}"/>
              </a:ext>
            </a:extLst>
          </p:cNvPr>
          <p:cNvSpPr>
            <a:spLocks noGrp="1"/>
          </p:cNvSpPr>
          <p:nvPr>
            <p:ph type="sldNum" sz="quarter" idx="12"/>
          </p:nvPr>
        </p:nvSpPr>
        <p:spPr>
          <a:xfrm>
            <a:off x="11123295" y="6356350"/>
            <a:ext cx="457200" cy="365125"/>
          </a:xfrm>
        </p:spPr>
        <p:txBody>
          <a:bodyPr/>
          <a:lstStyle/>
          <a:p>
            <a:fld id="{B5CEABB6-07DC-46E8-9B57-56EC44A396E5}" type="slidenum">
              <a:rPr lang="en-US" smtClean="0"/>
              <a:pPr/>
              <a:t>13</a:t>
            </a:fld>
            <a:endParaRPr lang="en-US" dirty="0"/>
          </a:p>
        </p:txBody>
      </p:sp>
      <p:grpSp>
        <p:nvGrpSpPr>
          <p:cNvPr id="6" name="Group 5">
            <a:extLst>
              <a:ext uri="{FF2B5EF4-FFF2-40B4-BE49-F238E27FC236}">
                <a16:creationId xmlns:a16="http://schemas.microsoft.com/office/drawing/2014/main" id="{AAC1B70F-3C18-5F44-8584-5D2C39085161}"/>
              </a:ext>
            </a:extLst>
          </p:cNvPr>
          <p:cNvGrpSpPr/>
          <p:nvPr/>
        </p:nvGrpSpPr>
        <p:grpSpPr>
          <a:xfrm>
            <a:off x="2721427" y="2006383"/>
            <a:ext cx="7761515" cy="3975853"/>
            <a:chOff x="1923396" y="2202267"/>
            <a:chExt cx="11623761" cy="6130762"/>
          </a:xfrm>
        </p:grpSpPr>
        <p:grpSp>
          <p:nvGrpSpPr>
            <p:cNvPr id="9" name="Group 8">
              <a:extLst>
                <a:ext uri="{FF2B5EF4-FFF2-40B4-BE49-F238E27FC236}">
                  <a16:creationId xmlns:a16="http://schemas.microsoft.com/office/drawing/2014/main" id="{BA5EFD94-0B16-69AD-B554-53B6924ED086}"/>
                </a:ext>
              </a:extLst>
            </p:cNvPr>
            <p:cNvGrpSpPr/>
            <p:nvPr/>
          </p:nvGrpSpPr>
          <p:grpSpPr>
            <a:xfrm>
              <a:off x="4740843" y="3152934"/>
              <a:ext cx="8806314" cy="4188538"/>
              <a:chOff x="2937991" y="2642573"/>
              <a:chExt cx="8806314" cy="4188538"/>
            </a:xfrm>
          </p:grpSpPr>
          <p:sp>
            <p:nvSpPr>
              <p:cNvPr id="26" name="Oval 25">
                <a:extLst>
                  <a:ext uri="{FF2B5EF4-FFF2-40B4-BE49-F238E27FC236}">
                    <a16:creationId xmlns:a16="http://schemas.microsoft.com/office/drawing/2014/main" id="{97D22E40-EA6C-8A47-8639-B4F2D318B0B5}"/>
                  </a:ext>
                </a:extLst>
              </p:cNvPr>
              <p:cNvSpPr/>
              <p:nvPr/>
            </p:nvSpPr>
            <p:spPr>
              <a:xfrm>
                <a:off x="2937991" y="4277032"/>
                <a:ext cx="926845" cy="866466"/>
              </a:xfrm>
              <a:prstGeom prst="ellipse">
                <a:avLst/>
              </a:prstGeom>
              <a:solidFill>
                <a:schemeClr val="accent1">
                  <a:lumMod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A</a:t>
                </a:r>
              </a:p>
            </p:txBody>
          </p:sp>
          <p:sp>
            <p:nvSpPr>
              <p:cNvPr id="27" name="Oval 26">
                <a:extLst>
                  <a:ext uri="{FF2B5EF4-FFF2-40B4-BE49-F238E27FC236}">
                    <a16:creationId xmlns:a16="http://schemas.microsoft.com/office/drawing/2014/main" id="{008FE637-5DA4-19FA-2BDE-00D1992BCEDA}"/>
                  </a:ext>
                </a:extLst>
              </p:cNvPr>
              <p:cNvSpPr>
                <a:spLocks/>
              </p:cNvSpPr>
              <p:nvPr/>
            </p:nvSpPr>
            <p:spPr>
              <a:xfrm>
                <a:off x="6543696" y="4256439"/>
                <a:ext cx="926845" cy="866466"/>
              </a:xfrm>
              <a:prstGeom prst="ellipse">
                <a:avLst/>
              </a:prstGeom>
              <a:solidFill>
                <a:schemeClr val="bg2">
                  <a:lumMod val="75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B</a:t>
                </a:r>
              </a:p>
            </p:txBody>
          </p:sp>
          <p:sp>
            <p:nvSpPr>
              <p:cNvPr id="28" name="Oval 27">
                <a:extLst>
                  <a:ext uri="{FF2B5EF4-FFF2-40B4-BE49-F238E27FC236}">
                    <a16:creationId xmlns:a16="http://schemas.microsoft.com/office/drawing/2014/main" id="{7B69D6D4-7195-13C4-04B4-8AFC0E865F55}"/>
                  </a:ext>
                </a:extLst>
              </p:cNvPr>
              <p:cNvSpPr/>
              <p:nvPr/>
            </p:nvSpPr>
            <p:spPr>
              <a:xfrm>
                <a:off x="8474099" y="2642573"/>
                <a:ext cx="926845" cy="866466"/>
              </a:xfrm>
              <a:prstGeom prst="ellipse">
                <a:avLst/>
              </a:prstGeom>
              <a:solidFill>
                <a:schemeClr val="accent1">
                  <a:lumMod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C</a:t>
                </a:r>
              </a:p>
            </p:txBody>
          </p:sp>
          <p:sp>
            <p:nvSpPr>
              <p:cNvPr id="29" name="Oval 28">
                <a:extLst>
                  <a:ext uri="{FF2B5EF4-FFF2-40B4-BE49-F238E27FC236}">
                    <a16:creationId xmlns:a16="http://schemas.microsoft.com/office/drawing/2014/main" id="{C757C2BC-4570-AADF-39C5-F6CDBE49BCAB}"/>
                  </a:ext>
                </a:extLst>
              </p:cNvPr>
              <p:cNvSpPr/>
              <p:nvPr/>
            </p:nvSpPr>
            <p:spPr>
              <a:xfrm>
                <a:off x="10817460" y="4277032"/>
                <a:ext cx="926845" cy="866466"/>
              </a:xfrm>
              <a:prstGeom prst="ellipse">
                <a:avLst/>
              </a:prstGeom>
              <a:solidFill>
                <a:schemeClr val="accent1">
                  <a:lumMod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D</a:t>
                </a:r>
              </a:p>
            </p:txBody>
          </p:sp>
          <p:sp>
            <p:nvSpPr>
              <p:cNvPr id="30" name="Oval 29">
                <a:extLst>
                  <a:ext uri="{FF2B5EF4-FFF2-40B4-BE49-F238E27FC236}">
                    <a16:creationId xmlns:a16="http://schemas.microsoft.com/office/drawing/2014/main" id="{45803EC3-E72E-8CAA-048B-EE47947545D9}"/>
                  </a:ext>
                </a:extLst>
              </p:cNvPr>
              <p:cNvSpPr/>
              <p:nvPr/>
            </p:nvSpPr>
            <p:spPr>
              <a:xfrm>
                <a:off x="8474099" y="5964645"/>
                <a:ext cx="926845" cy="866466"/>
              </a:xfrm>
              <a:prstGeom prst="ellipse">
                <a:avLst/>
              </a:prstGeom>
              <a:solidFill>
                <a:schemeClr val="bg2">
                  <a:lumMod val="75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E</a:t>
                </a:r>
              </a:p>
            </p:txBody>
          </p:sp>
          <p:cxnSp>
            <p:nvCxnSpPr>
              <p:cNvPr id="31" name="Straight Connector 30">
                <a:extLst>
                  <a:ext uri="{FF2B5EF4-FFF2-40B4-BE49-F238E27FC236}">
                    <a16:creationId xmlns:a16="http://schemas.microsoft.com/office/drawing/2014/main" id="{939932D7-3BE0-BB84-2719-BDB7DFDDA405}"/>
                  </a:ext>
                </a:extLst>
              </p:cNvPr>
              <p:cNvCxnSpPr>
                <a:stCxn id="26" idx="6"/>
                <a:endCxn id="27" idx="2"/>
              </p:cNvCxnSpPr>
              <p:nvPr/>
            </p:nvCxnSpPr>
            <p:spPr>
              <a:xfrm flipV="1">
                <a:off x="3864836" y="4689672"/>
                <a:ext cx="2678860" cy="20593"/>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54A2DAD-5B59-9217-4228-91141D463DEF}"/>
                  </a:ext>
                </a:extLst>
              </p:cNvPr>
              <p:cNvCxnSpPr>
                <a:cxnSpLocks/>
                <a:stCxn id="27" idx="7"/>
                <a:endCxn id="28" idx="3"/>
              </p:cNvCxnSpPr>
              <p:nvPr/>
            </p:nvCxnSpPr>
            <p:spPr>
              <a:xfrm flipV="1">
                <a:off x="7334808" y="3382148"/>
                <a:ext cx="1275024" cy="1001182"/>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C6E0B28-72F2-4F8D-47CA-867D494D0BD8}"/>
                  </a:ext>
                </a:extLst>
              </p:cNvPr>
              <p:cNvCxnSpPr>
                <a:cxnSpLocks/>
                <a:stCxn id="30" idx="6"/>
                <a:endCxn id="29" idx="3"/>
              </p:cNvCxnSpPr>
              <p:nvPr/>
            </p:nvCxnSpPr>
            <p:spPr>
              <a:xfrm flipV="1">
                <a:off x="9400944" y="5016607"/>
                <a:ext cx="1552249" cy="1381271"/>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87143DA-B3F2-F093-DB8B-FBA54125C3DB}"/>
                  </a:ext>
                </a:extLst>
              </p:cNvPr>
              <p:cNvCxnSpPr>
                <a:cxnSpLocks/>
                <a:stCxn id="27" idx="5"/>
              </p:cNvCxnSpPr>
              <p:nvPr/>
            </p:nvCxnSpPr>
            <p:spPr>
              <a:xfrm>
                <a:off x="7334808" y="4996014"/>
                <a:ext cx="1239547" cy="1219005"/>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A3E06AF-4052-C4C0-97D1-CB4DC409DDC1}"/>
                  </a:ext>
                </a:extLst>
              </p:cNvPr>
              <p:cNvCxnSpPr>
                <a:cxnSpLocks/>
                <a:stCxn id="28" idx="6"/>
                <a:endCxn id="29" idx="1"/>
              </p:cNvCxnSpPr>
              <p:nvPr/>
            </p:nvCxnSpPr>
            <p:spPr>
              <a:xfrm>
                <a:off x="9400944" y="3075806"/>
                <a:ext cx="1552249" cy="1328117"/>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0D58A20-CD06-968F-DF03-640610362CA1}"/>
                    </a:ext>
                  </a:extLst>
                </p:cNvPr>
                <p:cNvSpPr txBox="1"/>
                <p:nvPr/>
              </p:nvSpPr>
              <p:spPr>
                <a:xfrm>
                  <a:off x="4361279" y="3745588"/>
                  <a:ext cx="617363" cy="7996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a:solidFill>
                                  <a:schemeClr val="bg1"/>
                                </a:solidFill>
                                <a:latin typeface="Cambria Math" panose="02040503050406030204" pitchFamily="18" charset="0"/>
                              </a:rPr>
                              <m:t>1</m:t>
                            </m:r>
                          </m:num>
                          <m:den>
                            <m:r>
                              <a:rPr lang="en-US" i="0">
                                <a:solidFill>
                                  <a:schemeClr val="bg1"/>
                                </a:solidFill>
                                <a:latin typeface="Cambria Math" panose="02040503050406030204" pitchFamily="18" charset="0"/>
                              </a:rPr>
                              <m:t>1</m:t>
                            </m:r>
                          </m:den>
                        </m:f>
                      </m:oMath>
                    </m:oMathPara>
                  </a14:m>
                  <a:endParaRPr lang="en-US" dirty="0">
                    <a:solidFill>
                      <a:schemeClr val="bg1"/>
                    </a:solidFill>
                  </a:endParaRPr>
                </a:p>
              </p:txBody>
            </p:sp>
          </mc:Choice>
          <mc:Fallback xmlns="">
            <p:sp>
              <p:nvSpPr>
                <p:cNvPr id="10" name="TextBox 9">
                  <a:extLst>
                    <a:ext uri="{FF2B5EF4-FFF2-40B4-BE49-F238E27FC236}">
                      <a16:creationId xmlns:a16="http://schemas.microsoft.com/office/drawing/2014/main" id="{10D58A20-CD06-968F-DF03-640610362CA1}"/>
                    </a:ext>
                  </a:extLst>
                </p:cNvPr>
                <p:cNvSpPr txBox="1">
                  <a:spLocks noRot="1" noChangeAspect="1" noMove="1" noResize="1" noEditPoints="1" noAdjustHandles="1" noChangeArrowheads="1" noChangeShapeType="1" noTextEdit="1"/>
                </p:cNvSpPr>
                <p:nvPr/>
              </p:nvSpPr>
              <p:spPr>
                <a:xfrm>
                  <a:off x="4361279" y="3745588"/>
                  <a:ext cx="617363" cy="79968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CA77C9E-DC19-24D2-DA36-BB34694F4082}"/>
                    </a:ext>
                  </a:extLst>
                </p:cNvPr>
                <p:cNvSpPr txBox="1"/>
                <p:nvPr/>
              </p:nvSpPr>
              <p:spPr>
                <a:xfrm>
                  <a:off x="8192605" y="3822520"/>
                  <a:ext cx="617363" cy="7996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2</m:t>
                            </m:r>
                          </m:num>
                          <m:den>
                            <m:r>
                              <a:rPr lang="en-US" b="0" i="0" smtClean="0">
                                <a:solidFill>
                                  <a:schemeClr val="bg1"/>
                                </a:solidFill>
                                <a:latin typeface="Cambria Math" panose="02040503050406030204" pitchFamily="18" charset="0"/>
                              </a:rPr>
                              <m:t>2</m:t>
                            </m:r>
                          </m:den>
                        </m:f>
                      </m:oMath>
                    </m:oMathPara>
                  </a14:m>
                  <a:endParaRPr lang="en-US" sz="1200" dirty="0">
                    <a:solidFill>
                      <a:schemeClr val="bg1"/>
                    </a:solidFill>
                  </a:endParaRPr>
                </a:p>
              </p:txBody>
            </p:sp>
          </mc:Choice>
          <mc:Fallback xmlns="">
            <p:sp>
              <p:nvSpPr>
                <p:cNvPr id="11" name="TextBox 10">
                  <a:extLst>
                    <a:ext uri="{FF2B5EF4-FFF2-40B4-BE49-F238E27FC236}">
                      <a16:creationId xmlns:a16="http://schemas.microsoft.com/office/drawing/2014/main" id="{0CA77C9E-DC19-24D2-DA36-BB34694F4082}"/>
                    </a:ext>
                  </a:extLst>
                </p:cNvPr>
                <p:cNvSpPr txBox="1">
                  <a:spLocks noRot="1" noChangeAspect="1" noMove="1" noResize="1" noEditPoints="1" noAdjustHandles="1" noChangeArrowheads="1" noChangeShapeType="1" noTextEdit="1"/>
                </p:cNvSpPr>
                <p:nvPr/>
              </p:nvSpPr>
              <p:spPr>
                <a:xfrm>
                  <a:off x="8192605" y="3822520"/>
                  <a:ext cx="617363" cy="79968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B3BABC7-BEB7-9812-32B4-E47162A92EA3}"/>
                    </a:ext>
                  </a:extLst>
                </p:cNvPr>
                <p:cNvSpPr txBox="1"/>
                <p:nvPr/>
              </p:nvSpPr>
              <p:spPr>
                <a:xfrm>
                  <a:off x="10431691" y="2202267"/>
                  <a:ext cx="617363" cy="80245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3</m:t>
                            </m:r>
                          </m:num>
                          <m:den>
                            <m:r>
                              <a:rPr lang="en-US" b="0" i="0" smtClean="0">
                                <a:solidFill>
                                  <a:schemeClr val="bg1"/>
                                </a:solidFill>
                                <a:latin typeface="Cambria Math" panose="02040503050406030204" pitchFamily="18" charset="0"/>
                              </a:rPr>
                              <m:t>3</m:t>
                            </m:r>
                          </m:den>
                        </m:f>
                      </m:oMath>
                    </m:oMathPara>
                  </a14:m>
                  <a:endParaRPr lang="en-US" sz="1200" dirty="0">
                    <a:solidFill>
                      <a:schemeClr val="bg1"/>
                    </a:solidFill>
                  </a:endParaRPr>
                </a:p>
              </p:txBody>
            </p:sp>
          </mc:Choice>
          <mc:Fallback xmlns="">
            <p:sp>
              <p:nvSpPr>
                <p:cNvPr id="12" name="TextBox 11">
                  <a:extLst>
                    <a:ext uri="{FF2B5EF4-FFF2-40B4-BE49-F238E27FC236}">
                      <a16:creationId xmlns:a16="http://schemas.microsoft.com/office/drawing/2014/main" id="{8B3BABC7-BEB7-9812-32B4-E47162A92EA3}"/>
                    </a:ext>
                  </a:extLst>
                </p:cNvPr>
                <p:cNvSpPr txBox="1">
                  <a:spLocks noRot="1" noChangeAspect="1" noMove="1" noResize="1" noEditPoints="1" noAdjustHandles="1" noChangeArrowheads="1" noChangeShapeType="1" noTextEdit="1"/>
                </p:cNvSpPr>
                <p:nvPr/>
              </p:nvSpPr>
              <p:spPr>
                <a:xfrm>
                  <a:off x="10431691" y="2202267"/>
                  <a:ext cx="617363" cy="80245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EAD11FC-2D8A-7AB9-C6C1-FD24FE90D5B7}"/>
                    </a:ext>
                  </a:extLst>
                </p:cNvPr>
                <p:cNvSpPr txBox="1"/>
                <p:nvPr/>
              </p:nvSpPr>
              <p:spPr>
                <a:xfrm>
                  <a:off x="12929794" y="3846909"/>
                  <a:ext cx="617363" cy="79810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4</m:t>
                            </m:r>
                          </m:num>
                          <m:den>
                            <m:r>
                              <a:rPr lang="en-US" b="0" i="0" smtClean="0">
                                <a:solidFill>
                                  <a:schemeClr val="bg1"/>
                                </a:solidFill>
                                <a:latin typeface="Cambria Math" panose="02040503050406030204" pitchFamily="18" charset="0"/>
                              </a:rPr>
                              <m:t>4</m:t>
                            </m:r>
                          </m:den>
                        </m:f>
                      </m:oMath>
                    </m:oMathPara>
                  </a14:m>
                  <a:endParaRPr lang="en-US" sz="1200" dirty="0">
                    <a:solidFill>
                      <a:schemeClr val="bg1"/>
                    </a:solidFill>
                  </a:endParaRPr>
                </a:p>
              </p:txBody>
            </p:sp>
          </mc:Choice>
          <mc:Fallback xmlns="">
            <p:sp>
              <p:nvSpPr>
                <p:cNvPr id="14" name="TextBox 13">
                  <a:extLst>
                    <a:ext uri="{FF2B5EF4-FFF2-40B4-BE49-F238E27FC236}">
                      <a16:creationId xmlns:a16="http://schemas.microsoft.com/office/drawing/2014/main" id="{9EAD11FC-2D8A-7AB9-C6C1-FD24FE90D5B7}"/>
                    </a:ext>
                  </a:extLst>
                </p:cNvPr>
                <p:cNvSpPr txBox="1">
                  <a:spLocks noRot="1" noChangeAspect="1" noMove="1" noResize="1" noEditPoints="1" noAdjustHandles="1" noChangeArrowheads="1" noChangeShapeType="1" noTextEdit="1"/>
                </p:cNvSpPr>
                <p:nvPr/>
              </p:nvSpPr>
              <p:spPr>
                <a:xfrm>
                  <a:off x="12929794" y="3846909"/>
                  <a:ext cx="617363" cy="79810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3A7D847-BE1B-2596-CDC4-9DF29F1FF3BB}"/>
                    </a:ext>
                  </a:extLst>
                </p:cNvPr>
                <p:cNvSpPr txBox="1"/>
                <p:nvPr/>
              </p:nvSpPr>
              <p:spPr>
                <a:xfrm>
                  <a:off x="10412683" y="7496562"/>
                  <a:ext cx="617363" cy="83646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5</m:t>
                            </m:r>
                          </m:num>
                          <m:den>
                            <m:r>
                              <a:rPr lang="en-US" b="0" i="0" smtClean="0">
                                <a:solidFill>
                                  <a:schemeClr val="bg1"/>
                                </a:solidFill>
                                <a:latin typeface="Cambria Math" panose="02040503050406030204" pitchFamily="18" charset="0"/>
                              </a:rPr>
                              <m:t>2</m:t>
                            </m:r>
                          </m:den>
                        </m:f>
                      </m:oMath>
                    </m:oMathPara>
                  </a14:m>
                  <a:endParaRPr lang="en-US" sz="1200" dirty="0">
                    <a:solidFill>
                      <a:schemeClr val="bg1"/>
                    </a:solidFill>
                  </a:endParaRPr>
                </a:p>
              </p:txBody>
            </p:sp>
          </mc:Choice>
          <mc:Fallback xmlns="">
            <p:sp>
              <p:nvSpPr>
                <p:cNvPr id="15" name="TextBox 14">
                  <a:extLst>
                    <a:ext uri="{FF2B5EF4-FFF2-40B4-BE49-F238E27FC236}">
                      <a16:creationId xmlns:a16="http://schemas.microsoft.com/office/drawing/2014/main" id="{43A7D847-BE1B-2596-CDC4-9DF29F1FF3BB}"/>
                    </a:ext>
                  </a:extLst>
                </p:cNvPr>
                <p:cNvSpPr txBox="1">
                  <a:spLocks noRot="1" noChangeAspect="1" noMove="1" noResize="1" noEditPoints="1" noAdjustHandles="1" noChangeArrowheads="1" noChangeShapeType="1" noTextEdit="1"/>
                </p:cNvSpPr>
                <p:nvPr/>
              </p:nvSpPr>
              <p:spPr>
                <a:xfrm>
                  <a:off x="10412683" y="7496562"/>
                  <a:ext cx="617363" cy="836467"/>
                </a:xfrm>
                <a:prstGeom prst="rect">
                  <a:avLst/>
                </a:prstGeom>
                <a:blipFill>
                  <a:blip r:embed="rId7"/>
                  <a:stretch>
                    <a:fillRect/>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77071608-04EB-9884-83D8-8C1E5C0CCBDC}"/>
                </a:ext>
              </a:extLst>
            </p:cNvPr>
            <p:cNvSpPr txBox="1"/>
            <p:nvPr/>
          </p:nvSpPr>
          <p:spPr>
            <a:xfrm>
              <a:off x="1923396" y="3594029"/>
              <a:ext cx="1944509" cy="522050"/>
            </a:xfrm>
            <a:prstGeom prst="rect">
              <a:avLst/>
            </a:prstGeom>
            <a:noFill/>
          </p:spPr>
          <p:txBody>
            <a:bodyPr wrap="square" rtlCol="0">
              <a:spAutoFit/>
            </a:bodyPr>
            <a:lstStyle/>
            <a:p>
              <a:r>
                <a:rPr lang="en-US" sz="1600" dirty="0">
                  <a:solidFill>
                    <a:schemeClr val="bg1"/>
                  </a:solidFill>
                </a:rPr>
                <a:t>Discovery</a:t>
              </a:r>
            </a:p>
          </p:txBody>
        </p:sp>
        <p:sp>
          <p:nvSpPr>
            <p:cNvPr id="17" name="TextBox 16">
              <a:extLst>
                <a:ext uri="{FF2B5EF4-FFF2-40B4-BE49-F238E27FC236}">
                  <a16:creationId xmlns:a16="http://schemas.microsoft.com/office/drawing/2014/main" id="{97616578-1EA7-615F-311F-E0B62EBDE1E3}"/>
                </a:ext>
              </a:extLst>
            </p:cNvPr>
            <p:cNvSpPr txBox="1"/>
            <p:nvPr/>
          </p:nvSpPr>
          <p:spPr>
            <a:xfrm>
              <a:off x="2075828" y="4126873"/>
              <a:ext cx="1494340" cy="522050"/>
            </a:xfrm>
            <a:prstGeom prst="rect">
              <a:avLst/>
            </a:prstGeom>
            <a:noFill/>
          </p:spPr>
          <p:txBody>
            <a:bodyPr wrap="square" rtlCol="0">
              <a:spAutoFit/>
            </a:bodyPr>
            <a:lstStyle/>
            <a:p>
              <a:r>
                <a:rPr lang="en-US" sz="1600" dirty="0">
                  <a:solidFill>
                    <a:schemeClr val="bg1"/>
                  </a:solidFill>
                </a:rPr>
                <a:t>Low</a:t>
              </a:r>
            </a:p>
          </p:txBody>
        </p:sp>
        <p:cxnSp>
          <p:nvCxnSpPr>
            <p:cNvPr id="18" name="Straight Arrow Connector 17">
              <a:extLst>
                <a:ext uri="{FF2B5EF4-FFF2-40B4-BE49-F238E27FC236}">
                  <a16:creationId xmlns:a16="http://schemas.microsoft.com/office/drawing/2014/main" id="{5615986B-F417-EE6B-58D7-A018F8AB4377}"/>
                </a:ext>
              </a:extLst>
            </p:cNvPr>
            <p:cNvCxnSpPr>
              <a:cxnSpLocks/>
            </p:cNvCxnSpPr>
            <p:nvPr/>
          </p:nvCxnSpPr>
          <p:spPr>
            <a:xfrm>
              <a:off x="3561102" y="3892509"/>
              <a:ext cx="834215" cy="0"/>
            </a:xfrm>
            <a:prstGeom prst="straightConnector1">
              <a:avLst/>
            </a:prstGeom>
            <a:ln w="5715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C71FDE2-CD93-C055-8441-C9C24D899194}"/>
                </a:ext>
              </a:extLst>
            </p:cNvPr>
            <p:cNvCxnSpPr>
              <a:cxnSpLocks/>
            </p:cNvCxnSpPr>
            <p:nvPr/>
          </p:nvCxnSpPr>
          <p:spPr>
            <a:xfrm>
              <a:off x="2993467" y="4393099"/>
              <a:ext cx="1296872" cy="0"/>
            </a:xfrm>
            <a:prstGeom prst="straightConnector1">
              <a:avLst/>
            </a:prstGeom>
            <a:ln w="5715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09831DD-417E-CF7C-0401-819DB8947849}"/>
                </a:ext>
              </a:extLst>
            </p:cNvPr>
            <p:cNvCxnSpPr>
              <a:cxnSpLocks/>
            </p:cNvCxnSpPr>
            <p:nvPr/>
          </p:nvCxnSpPr>
          <p:spPr>
            <a:xfrm>
              <a:off x="5943600" y="4914284"/>
              <a:ext cx="2138516" cy="0"/>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BD3C86A-ED09-68FD-9708-1869D5A516EA}"/>
                </a:ext>
              </a:extLst>
            </p:cNvPr>
            <p:cNvCxnSpPr>
              <a:cxnSpLocks/>
            </p:cNvCxnSpPr>
            <p:nvPr/>
          </p:nvCxnSpPr>
          <p:spPr>
            <a:xfrm flipV="1">
              <a:off x="9137660" y="3846909"/>
              <a:ext cx="994482" cy="782241"/>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5A270EC-4D82-4210-50CD-FFF83093A414}"/>
                </a:ext>
              </a:extLst>
            </p:cNvPr>
            <p:cNvCxnSpPr>
              <a:cxnSpLocks/>
            </p:cNvCxnSpPr>
            <p:nvPr/>
          </p:nvCxnSpPr>
          <p:spPr>
            <a:xfrm flipH="1">
              <a:off x="11304052" y="5460328"/>
              <a:ext cx="1167135" cy="1091993"/>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3AC9B91-8A2C-D357-BF7C-96099CE4B958}"/>
                </a:ext>
              </a:extLst>
            </p:cNvPr>
            <p:cNvCxnSpPr>
              <a:cxnSpLocks/>
            </p:cNvCxnSpPr>
            <p:nvPr/>
          </p:nvCxnSpPr>
          <p:spPr>
            <a:xfrm>
              <a:off x="11473294" y="3533012"/>
              <a:ext cx="1282751" cy="1132466"/>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1AFAE25-B7CB-4644-6011-49CCD27963A8}"/>
                </a:ext>
              </a:extLst>
            </p:cNvPr>
            <p:cNvCxnSpPr>
              <a:cxnSpLocks/>
            </p:cNvCxnSpPr>
            <p:nvPr/>
          </p:nvCxnSpPr>
          <p:spPr>
            <a:xfrm flipH="1" flipV="1">
              <a:off x="9043394" y="5718404"/>
              <a:ext cx="1114753" cy="1092115"/>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873862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42DF1-1606-E09E-AE40-70B92426DA29}"/>
            </a:ext>
          </a:extLst>
        </p:cNvPr>
        <p:cNvGrpSpPr/>
        <p:nvPr/>
      </p:nvGrpSpPr>
      <p:grpSpPr>
        <a:xfrm>
          <a:off x="0" y="0"/>
          <a:ext cx="0" cy="0"/>
          <a:chOff x="0" y="0"/>
          <a:chExt cx="0" cy="0"/>
        </a:xfrm>
      </p:grpSpPr>
      <p:sp>
        <p:nvSpPr>
          <p:cNvPr id="23" name="Title 22">
            <a:extLst>
              <a:ext uri="{FF2B5EF4-FFF2-40B4-BE49-F238E27FC236}">
                <a16:creationId xmlns:a16="http://schemas.microsoft.com/office/drawing/2014/main" id="{CFB8B49D-9B0D-D7C7-1293-A13516B54695}"/>
              </a:ext>
            </a:extLst>
          </p:cNvPr>
          <p:cNvSpPr>
            <a:spLocks noGrp="1"/>
          </p:cNvSpPr>
          <p:nvPr>
            <p:ph type="title"/>
          </p:nvPr>
        </p:nvSpPr>
        <p:spPr>
          <a:xfrm>
            <a:off x="1552574" y="896111"/>
            <a:ext cx="9866540" cy="1358140"/>
          </a:xfrm>
        </p:spPr>
        <p:txBody>
          <a:bodyPr>
            <a:normAutofit/>
          </a:bodyPr>
          <a:lstStyle/>
          <a:p>
            <a:r>
              <a:rPr lang="en-US" dirty="0"/>
              <a:t>Example</a:t>
            </a:r>
          </a:p>
        </p:txBody>
      </p:sp>
      <p:sp>
        <p:nvSpPr>
          <p:cNvPr id="13" name="Slide Number Placeholder 12">
            <a:extLst>
              <a:ext uri="{FF2B5EF4-FFF2-40B4-BE49-F238E27FC236}">
                <a16:creationId xmlns:a16="http://schemas.microsoft.com/office/drawing/2014/main" id="{BCBCD117-88F2-1AAE-BE26-BCDA3ACCE5D4}"/>
              </a:ext>
            </a:extLst>
          </p:cNvPr>
          <p:cNvSpPr>
            <a:spLocks noGrp="1"/>
          </p:cNvSpPr>
          <p:nvPr>
            <p:ph type="sldNum" sz="quarter" idx="12"/>
          </p:nvPr>
        </p:nvSpPr>
        <p:spPr>
          <a:xfrm>
            <a:off x="11123295" y="6356350"/>
            <a:ext cx="457200" cy="365125"/>
          </a:xfrm>
        </p:spPr>
        <p:txBody>
          <a:bodyPr/>
          <a:lstStyle/>
          <a:p>
            <a:fld id="{B5CEABB6-07DC-46E8-9B57-56EC44A396E5}" type="slidenum">
              <a:rPr lang="en-US" smtClean="0"/>
              <a:pPr/>
              <a:t>14</a:t>
            </a:fld>
            <a:endParaRPr lang="en-US" dirty="0"/>
          </a:p>
        </p:txBody>
      </p:sp>
      <p:grpSp>
        <p:nvGrpSpPr>
          <p:cNvPr id="6" name="Group 5">
            <a:extLst>
              <a:ext uri="{FF2B5EF4-FFF2-40B4-BE49-F238E27FC236}">
                <a16:creationId xmlns:a16="http://schemas.microsoft.com/office/drawing/2014/main" id="{85B4BD97-889C-7CA3-0A0F-A0ACF8C5D5C8}"/>
              </a:ext>
            </a:extLst>
          </p:cNvPr>
          <p:cNvGrpSpPr/>
          <p:nvPr/>
        </p:nvGrpSpPr>
        <p:grpSpPr>
          <a:xfrm>
            <a:off x="2721427" y="2006383"/>
            <a:ext cx="7761515" cy="3975853"/>
            <a:chOff x="1923396" y="2202267"/>
            <a:chExt cx="11623761" cy="6130762"/>
          </a:xfrm>
        </p:grpSpPr>
        <p:grpSp>
          <p:nvGrpSpPr>
            <p:cNvPr id="9" name="Group 8">
              <a:extLst>
                <a:ext uri="{FF2B5EF4-FFF2-40B4-BE49-F238E27FC236}">
                  <a16:creationId xmlns:a16="http://schemas.microsoft.com/office/drawing/2014/main" id="{FE0ADCB0-EA96-7028-3A77-C0860B195154}"/>
                </a:ext>
              </a:extLst>
            </p:cNvPr>
            <p:cNvGrpSpPr/>
            <p:nvPr/>
          </p:nvGrpSpPr>
          <p:grpSpPr>
            <a:xfrm>
              <a:off x="4740843" y="3152934"/>
              <a:ext cx="8806314" cy="4188538"/>
              <a:chOff x="2937991" y="2642573"/>
              <a:chExt cx="8806314" cy="4188538"/>
            </a:xfrm>
          </p:grpSpPr>
          <p:sp>
            <p:nvSpPr>
              <p:cNvPr id="26" name="Oval 25">
                <a:extLst>
                  <a:ext uri="{FF2B5EF4-FFF2-40B4-BE49-F238E27FC236}">
                    <a16:creationId xmlns:a16="http://schemas.microsoft.com/office/drawing/2014/main" id="{C9C7543C-EECB-26A3-A0D3-A19F477DF16A}"/>
                  </a:ext>
                </a:extLst>
              </p:cNvPr>
              <p:cNvSpPr/>
              <p:nvPr/>
            </p:nvSpPr>
            <p:spPr>
              <a:xfrm>
                <a:off x="2937991" y="4277032"/>
                <a:ext cx="926845" cy="866466"/>
              </a:xfrm>
              <a:prstGeom prst="ellipse">
                <a:avLst/>
              </a:prstGeom>
              <a:solidFill>
                <a:schemeClr val="accent1">
                  <a:lumMod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A</a:t>
                </a:r>
              </a:p>
            </p:txBody>
          </p:sp>
          <p:sp>
            <p:nvSpPr>
              <p:cNvPr id="27" name="Oval 26">
                <a:extLst>
                  <a:ext uri="{FF2B5EF4-FFF2-40B4-BE49-F238E27FC236}">
                    <a16:creationId xmlns:a16="http://schemas.microsoft.com/office/drawing/2014/main" id="{5661CA7C-620A-F523-5A58-91DDDFAE93EE}"/>
                  </a:ext>
                </a:extLst>
              </p:cNvPr>
              <p:cNvSpPr>
                <a:spLocks/>
              </p:cNvSpPr>
              <p:nvPr/>
            </p:nvSpPr>
            <p:spPr>
              <a:xfrm>
                <a:off x="6543696" y="4256439"/>
                <a:ext cx="926845" cy="866466"/>
              </a:xfrm>
              <a:prstGeom prst="ellipse">
                <a:avLst/>
              </a:prstGeom>
              <a:solidFill>
                <a:schemeClr val="bg2">
                  <a:lumMod val="75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B</a:t>
                </a:r>
              </a:p>
            </p:txBody>
          </p:sp>
          <p:sp>
            <p:nvSpPr>
              <p:cNvPr id="28" name="Oval 27">
                <a:extLst>
                  <a:ext uri="{FF2B5EF4-FFF2-40B4-BE49-F238E27FC236}">
                    <a16:creationId xmlns:a16="http://schemas.microsoft.com/office/drawing/2014/main" id="{1D6A3A98-A5D6-9A01-9F76-F8762E478374}"/>
                  </a:ext>
                </a:extLst>
              </p:cNvPr>
              <p:cNvSpPr/>
              <p:nvPr/>
            </p:nvSpPr>
            <p:spPr>
              <a:xfrm>
                <a:off x="8474099" y="2642573"/>
                <a:ext cx="926845" cy="866466"/>
              </a:xfrm>
              <a:prstGeom prst="ellipse">
                <a:avLst/>
              </a:prstGeom>
              <a:solidFill>
                <a:schemeClr val="accent1">
                  <a:lumMod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C</a:t>
                </a:r>
              </a:p>
            </p:txBody>
          </p:sp>
          <p:sp>
            <p:nvSpPr>
              <p:cNvPr id="29" name="Oval 28">
                <a:extLst>
                  <a:ext uri="{FF2B5EF4-FFF2-40B4-BE49-F238E27FC236}">
                    <a16:creationId xmlns:a16="http://schemas.microsoft.com/office/drawing/2014/main" id="{D443E507-8B39-CD59-ACFC-B99793B8A7BB}"/>
                  </a:ext>
                </a:extLst>
              </p:cNvPr>
              <p:cNvSpPr/>
              <p:nvPr/>
            </p:nvSpPr>
            <p:spPr>
              <a:xfrm>
                <a:off x="10817460" y="4277032"/>
                <a:ext cx="926845" cy="866466"/>
              </a:xfrm>
              <a:prstGeom prst="ellipse">
                <a:avLst/>
              </a:prstGeom>
              <a:solidFill>
                <a:schemeClr val="bg2">
                  <a:lumMod val="75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D</a:t>
                </a:r>
              </a:p>
            </p:txBody>
          </p:sp>
          <p:sp>
            <p:nvSpPr>
              <p:cNvPr id="30" name="Oval 29">
                <a:extLst>
                  <a:ext uri="{FF2B5EF4-FFF2-40B4-BE49-F238E27FC236}">
                    <a16:creationId xmlns:a16="http://schemas.microsoft.com/office/drawing/2014/main" id="{14A7DEAA-8361-F560-EF19-D9C213135D69}"/>
                  </a:ext>
                </a:extLst>
              </p:cNvPr>
              <p:cNvSpPr/>
              <p:nvPr/>
            </p:nvSpPr>
            <p:spPr>
              <a:xfrm>
                <a:off x="8474099" y="5964645"/>
                <a:ext cx="926845" cy="866466"/>
              </a:xfrm>
              <a:prstGeom prst="ellipse">
                <a:avLst/>
              </a:prstGeom>
              <a:solidFill>
                <a:schemeClr val="bg2">
                  <a:lumMod val="75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E</a:t>
                </a:r>
              </a:p>
            </p:txBody>
          </p:sp>
          <p:cxnSp>
            <p:nvCxnSpPr>
              <p:cNvPr id="31" name="Straight Connector 30">
                <a:extLst>
                  <a:ext uri="{FF2B5EF4-FFF2-40B4-BE49-F238E27FC236}">
                    <a16:creationId xmlns:a16="http://schemas.microsoft.com/office/drawing/2014/main" id="{4E530414-5058-5B0B-67B0-DBA0668827FF}"/>
                  </a:ext>
                </a:extLst>
              </p:cNvPr>
              <p:cNvCxnSpPr>
                <a:stCxn id="26" idx="6"/>
                <a:endCxn id="27" idx="2"/>
              </p:cNvCxnSpPr>
              <p:nvPr/>
            </p:nvCxnSpPr>
            <p:spPr>
              <a:xfrm flipV="1">
                <a:off x="3864836" y="4689672"/>
                <a:ext cx="2678860" cy="20593"/>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DE97089-83D3-4052-B9F4-A0EE23F6C261}"/>
                  </a:ext>
                </a:extLst>
              </p:cNvPr>
              <p:cNvCxnSpPr>
                <a:cxnSpLocks/>
                <a:stCxn id="27" idx="7"/>
                <a:endCxn id="28" idx="3"/>
              </p:cNvCxnSpPr>
              <p:nvPr/>
            </p:nvCxnSpPr>
            <p:spPr>
              <a:xfrm flipV="1">
                <a:off x="7334808" y="3382148"/>
                <a:ext cx="1275024" cy="1001182"/>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625F268-C21C-98BD-728C-068447EB6D15}"/>
                  </a:ext>
                </a:extLst>
              </p:cNvPr>
              <p:cNvCxnSpPr>
                <a:cxnSpLocks/>
                <a:stCxn id="30" idx="6"/>
                <a:endCxn id="29" idx="3"/>
              </p:cNvCxnSpPr>
              <p:nvPr/>
            </p:nvCxnSpPr>
            <p:spPr>
              <a:xfrm flipV="1">
                <a:off x="9400944" y="5016607"/>
                <a:ext cx="1552249" cy="1381271"/>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83E7E76-BA58-7999-1A60-77B04DB8E9AF}"/>
                  </a:ext>
                </a:extLst>
              </p:cNvPr>
              <p:cNvCxnSpPr>
                <a:cxnSpLocks/>
                <a:stCxn id="27" idx="5"/>
              </p:cNvCxnSpPr>
              <p:nvPr/>
            </p:nvCxnSpPr>
            <p:spPr>
              <a:xfrm>
                <a:off x="7334808" y="4996014"/>
                <a:ext cx="1239547" cy="1219005"/>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B258F38-A330-D2C4-A24E-D4AAE5A38159}"/>
                  </a:ext>
                </a:extLst>
              </p:cNvPr>
              <p:cNvCxnSpPr>
                <a:cxnSpLocks/>
                <a:stCxn id="28" idx="6"/>
                <a:endCxn id="29" idx="1"/>
              </p:cNvCxnSpPr>
              <p:nvPr/>
            </p:nvCxnSpPr>
            <p:spPr>
              <a:xfrm>
                <a:off x="9400944" y="3075806"/>
                <a:ext cx="1552249" cy="1328117"/>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57C7DDA-06C6-0750-F9E9-FCB78BC5AA95}"/>
                    </a:ext>
                  </a:extLst>
                </p:cNvPr>
                <p:cNvSpPr txBox="1"/>
                <p:nvPr/>
              </p:nvSpPr>
              <p:spPr>
                <a:xfrm>
                  <a:off x="4361279" y="3745588"/>
                  <a:ext cx="617363" cy="7996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a:solidFill>
                                  <a:schemeClr val="bg1"/>
                                </a:solidFill>
                                <a:latin typeface="Cambria Math" panose="02040503050406030204" pitchFamily="18" charset="0"/>
                              </a:rPr>
                              <m:t>1</m:t>
                            </m:r>
                          </m:num>
                          <m:den>
                            <m:r>
                              <a:rPr lang="en-US" i="0">
                                <a:solidFill>
                                  <a:schemeClr val="bg1"/>
                                </a:solidFill>
                                <a:latin typeface="Cambria Math" panose="02040503050406030204" pitchFamily="18" charset="0"/>
                              </a:rPr>
                              <m:t>1</m:t>
                            </m:r>
                          </m:den>
                        </m:f>
                      </m:oMath>
                    </m:oMathPara>
                  </a14:m>
                  <a:endParaRPr lang="en-US" dirty="0">
                    <a:solidFill>
                      <a:schemeClr val="bg1"/>
                    </a:solidFill>
                  </a:endParaRPr>
                </a:p>
              </p:txBody>
            </p:sp>
          </mc:Choice>
          <mc:Fallback xmlns="">
            <p:sp>
              <p:nvSpPr>
                <p:cNvPr id="10" name="TextBox 9">
                  <a:extLst>
                    <a:ext uri="{FF2B5EF4-FFF2-40B4-BE49-F238E27FC236}">
                      <a16:creationId xmlns:a16="http://schemas.microsoft.com/office/drawing/2014/main" id="{D57C7DDA-06C6-0750-F9E9-FCB78BC5AA95}"/>
                    </a:ext>
                  </a:extLst>
                </p:cNvPr>
                <p:cNvSpPr txBox="1">
                  <a:spLocks noRot="1" noChangeAspect="1" noMove="1" noResize="1" noEditPoints="1" noAdjustHandles="1" noChangeArrowheads="1" noChangeShapeType="1" noTextEdit="1"/>
                </p:cNvSpPr>
                <p:nvPr/>
              </p:nvSpPr>
              <p:spPr>
                <a:xfrm>
                  <a:off x="4361279" y="3745588"/>
                  <a:ext cx="617363" cy="79968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8AA7D34-BF32-09DF-53D0-526484796886}"/>
                    </a:ext>
                  </a:extLst>
                </p:cNvPr>
                <p:cNvSpPr txBox="1"/>
                <p:nvPr/>
              </p:nvSpPr>
              <p:spPr>
                <a:xfrm>
                  <a:off x="8192605" y="3822520"/>
                  <a:ext cx="617363" cy="7996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2</m:t>
                            </m:r>
                          </m:num>
                          <m:den>
                            <m:r>
                              <a:rPr lang="en-US" b="0" i="0" smtClean="0">
                                <a:solidFill>
                                  <a:schemeClr val="bg1"/>
                                </a:solidFill>
                                <a:latin typeface="Cambria Math" panose="02040503050406030204" pitchFamily="18" charset="0"/>
                              </a:rPr>
                              <m:t>2</m:t>
                            </m:r>
                          </m:den>
                        </m:f>
                      </m:oMath>
                    </m:oMathPara>
                  </a14:m>
                  <a:endParaRPr lang="en-US" sz="1200" dirty="0">
                    <a:solidFill>
                      <a:schemeClr val="bg1"/>
                    </a:solidFill>
                  </a:endParaRPr>
                </a:p>
              </p:txBody>
            </p:sp>
          </mc:Choice>
          <mc:Fallback xmlns="">
            <p:sp>
              <p:nvSpPr>
                <p:cNvPr id="11" name="TextBox 10">
                  <a:extLst>
                    <a:ext uri="{FF2B5EF4-FFF2-40B4-BE49-F238E27FC236}">
                      <a16:creationId xmlns:a16="http://schemas.microsoft.com/office/drawing/2014/main" id="{28AA7D34-BF32-09DF-53D0-526484796886}"/>
                    </a:ext>
                  </a:extLst>
                </p:cNvPr>
                <p:cNvSpPr txBox="1">
                  <a:spLocks noRot="1" noChangeAspect="1" noMove="1" noResize="1" noEditPoints="1" noAdjustHandles="1" noChangeArrowheads="1" noChangeShapeType="1" noTextEdit="1"/>
                </p:cNvSpPr>
                <p:nvPr/>
              </p:nvSpPr>
              <p:spPr>
                <a:xfrm>
                  <a:off x="8192605" y="3822520"/>
                  <a:ext cx="617363" cy="79968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567420D-8CC4-0F76-2774-B3E035B72F50}"/>
                    </a:ext>
                  </a:extLst>
                </p:cNvPr>
                <p:cNvSpPr txBox="1"/>
                <p:nvPr/>
              </p:nvSpPr>
              <p:spPr>
                <a:xfrm>
                  <a:off x="10431691" y="2202267"/>
                  <a:ext cx="617363" cy="80245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3</m:t>
                            </m:r>
                          </m:num>
                          <m:den>
                            <m:r>
                              <a:rPr lang="en-US" b="0" i="0" smtClean="0">
                                <a:solidFill>
                                  <a:schemeClr val="bg1"/>
                                </a:solidFill>
                                <a:latin typeface="Cambria Math" panose="02040503050406030204" pitchFamily="18" charset="0"/>
                              </a:rPr>
                              <m:t>3</m:t>
                            </m:r>
                          </m:den>
                        </m:f>
                      </m:oMath>
                    </m:oMathPara>
                  </a14:m>
                  <a:endParaRPr lang="en-US" sz="1200" dirty="0">
                    <a:solidFill>
                      <a:schemeClr val="bg1"/>
                    </a:solidFill>
                  </a:endParaRPr>
                </a:p>
              </p:txBody>
            </p:sp>
          </mc:Choice>
          <mc:Fallback xmlns="">
            <p:sp>
              <p:nvSpPr>
                <p:cNvPr id="12" name="TextBox 11">
                  <a:extLst>
                    <a:ext uri="{FF2B5EF4-FFF2-40B4-BE49-F238E27FC236}">
                      <a16:creationId xmlns:a16="http://schemas.microsoft.com/office/drawing/2014/main" id="{E567420D-8CC4-0F76-2774-B3E035B72F50}"/>
                    </a:ext>
                  </a:extLst>
                </p:cNvPr>
                <p:cNvSpPr txBox="1">
                  <a:spLocks noRot="1" noChangeAspect="1" noMove="1" noResize="1" noEditPoints="1" noAdjustHandles="1" noChangeArrowheads="1" noChangeShapeType="1" noTextEdit="1"/>
                </p:cNvSpPr>
                <p:nvPr/>
              </p:nvSpPr>
              <p:spPr>
                <a:xfrm>
                  <a:off x="10431691" y="2202267"/>
                  <a:ext cx="617363" cy="80245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F72501B-B211-FB34-CD14-2BA774BBAB9E}"/>
                    </a:ext>
                  </a:extLst>
                </p:cNvPr>
                <p:cNvSpPr txBox="1"/>
                <p:nvPr/>
              </p:nvSpPr>
              <p:spPr>
                <a:xfrm>
                  <a:off x="12929794" y="3846909"/>
                  <a:ext cx="617363" cy="79810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4</m:t>
                            </m:r>
                          </m:num>
                          <m:den>
                            <m:r>
                              <a:rPr lang="en-US" b="0" i="0" smtClean="0">
                                <a:solidFill>
                                  <a:schemeClr val="bg1"/>
                                </a:solidFill>
                                <a:latin typeface="Cambria Math" panose="02040503050406030204" pitchFamily="18" charset="0"/>
                              </a:rPr>
                              <m:t>2</m:t>
                            </m:r>
                          </m:den>
                        </m:f>
                      </m:oMath>
                    </m:oMathPara>
                  </a14:m>
                  <a:endParaRPr lang="en-US" sz="1200" dirty="0">
                    <a:solidFill>
                      <a:schemeClr val="bg1"/>
                    </a:solidFill>
                  </a:endParaRPr>
                </a:p>
              </p:txBody>
            </p:sp>
          </mc:Choice>
          <mc:Fallback xmlns="">
            <p:sp>
              <p:nvSpPr>
                <p:cNvPr id="14" name="TextBox 13">
                  <a:extLst>
                    <a:ext uri="{FF2B5EF4-FFF2-40B4-BE49-F238E27FC236}">
                      <a16:creationId xmlns:a16="http://schemas.microsoft.com/office/drawing/2014/main" id="{5F72501B-B211-FB34-CD14-2BA774BBAB9E}"/>
                    </a:ext>
                  </a:extLst>
                </p:cNvPr>
                <p:cNvSpPr txBox="1">
                  <a:spLocks noRot="1" noChangeAspect="1" noMove="1" noResize="1" noEditPoints="1" noAdjustHandles="1" noChangeArrowheads="1" noChangeShapeType="1" noTextEdit="1"/>
                </p:cNvSpPr>
                <p:nvPr/>
              </p:nvSpPr>
              <p:spPr>
                <a:xfrm>
                  <a:off x="12929794" y="3846909"/>
                  <a:ext cx="617363" cy="79810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9CB6C4A-2645-901A-EFED-9AC490C4A324}"/>
                    </a:ext>
                  </a:extLst>
                </p:cNvPr>
                <p:cNvSpPr txBox="1"/>
                <p:nvPr/>
              </p:nvSpPr>
              <p:spPr>
                <a:xfrm>
                  <a:off x="10412683" y="7496562"/>
                  <a:ext cx="617363" cy="83646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5</m:t>
                            </m:r>
                          </m:num>
                          <m:den>
                            <m:r>
                              <a:rPr lang="en-US" b="0" i="0" smtClean="0">
                                <a:solidFill>
                                  <a:schemeClr val="bg1"/>
                                </a:solidFill>
                                <a:latin typeface="Cambria Math" panose="02040503050406030204" pitchFamily="18" charset="0"/>
                              </a:rPr>
                              <m:t>2</m:t>
                            </m:r>
                          </m:den>
                        </m:f>
                      </m:oMath>
                    </m:oMathPara>
                  </a14:m>
                  <a:endParaRPr lang="en-US" sz="1200" dirty="0">
                    <a:solidFill>
                      <a:schemeClr val="bg1"/>
                    </a:solidFill>
                  </a:endParaRPr>
                </a:p>
              </p:txBody>
            </p:sp>
          </mc:Choice>
          <mc:Fallback xmlns="">
            <p:sp>
              <p:nvSpPr>
                <p:cNvPr id="15" name="TextBox 14">
                  <a:extLst>
                    <a:ext uri="{FF2B5EF4-FFF2-40B4-BE49-F238E27FC236}">
                      <a16:creationId xmlns:a16="http://schemas.microsoft.com/office/drawing/2014/main" id="{19CB6C4A-2645-901A-EFED-9AC490C4A324}"/>
                    </a:ext>
                  </a:extLst>
                </p:cNvPr>
                <p:cNvSpPr txBox="1">
                  <a:spLocks noRot="1" noChangeAspect="1" noMove="1" noResize="1" noEditPoints="1" noAdjustHandles="1" noChangeArrowheads="1" noChangeShapeType="1" noTextEdit="1"/>
                </p:cNvSpPr>
                <p:nvPr/>
              </p:nvSpPr>
              <p:spPr>
                <a:xfrm>
                  <a:off x="10412683" y="7496562"/>
                  <a:ext cx="617363" cy="836467"/>
                </a:xfrm>
                <a:prstGeom prst="rect">
                  <a:avLst/>
                </a:prstGeom>
                <a:blipFill>
                  <a:blip r:embed="rId7"/>
                  <a:stretch>
                    <a:fillRect/>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D1690849-255A-C341-E183-975BB1BFF219}"/>
                </a:ext>
              </a:extLst>
            </p:cNvPr>
            <p:cNvSpPr txBox="1"/>
            <p:nvPr/>
          </p:nvSpPr>
          <p:spPr>
            <a:xfrm>
              <a:off x="1923396" y="3594029"/>
              <a:ext cx="1944509" cy="522050"/>
            </a:xfrm>
            <a:prstGeom prst="rect">
              <a:avLst/>
            </a:prstGeom>
            <a:noFill/>
          </p:spPr>
          <p:txBody>
            <a:bodyPr wrap="square" rtlCol="0">
              <a:spAutoFit/>
            </a:bodyPr>
            <a:lstStyle/>
            <a:p>
              <a:r>
                <a:rPr lang="en-US" sz="1600" dirty="0">
                  <a:solidFill>
                    <a:schemeClr val="bg1"/>
                  </a:solidFill>
                </a:rPr>
                <a:t>Discovery</a:t>
              </a:r>
            </a:p>
          </p:txBody>
        </p:sp>
        <p:sp>
          <p:nvSpPr>
            <p:cNvPr id="17" name="TextBox 16">
              <a:extLst>
                <a:ext uri="{FF2B5EF4-FFF2-40B4-BE49-F238E27FC236}">
                  <a16:creationId xmlns:a16="http://schemas.microsoft.com/office/drawing/2014/main" id="{F26563BB-7152-FDDC-67AF-F9C4D8298DEF}"/>
                </a:ext>
              </a:extLst>
            </p:cNvPr>
            <p:cNvSpPr txBox="1"/>
            <p:nvPr/>
          </p:nvSpPr>
          <p:spPr>
            <a:xfrm>
              <a:off x="2075828" y="4126873"/>
              <a:ext cx="1494340" cy="522050"/>
            </a:xfrm>
            <a:prstGeom prst="rect">
              <a:avLst/>
            </a:prstGeom>
            <a:noFill/>
          </p:spPr>
          <p:txBody>
            <a:bodyPr wrap="square" rtlCol="0">
              <a:spAutoFit/>
            </a:bodyPr>
            <a:lstStyle/>
            <a:p>
              <a:r>
                <a:rPr lang="en-US" sz="1600" dirty="0">
                  <a:solidFill>
                    <a:schemeClr val="bg1"/>
                  </a:solidFill>
                </a:rPr>
                <a:t>Low</a:t>
              </a:r>
            </a:p>
          </p:txBody>
        </p:sp>
        <p:cxnSp>
          <p:nvCxnSpPr>
            <p:cNvPr id="18" name="Straight Arrow Connector 17">
              <a:extLst>
                <a:ext uri="{FF2B5EF4-FFF2-40B4-BE49-F238E27FC236}">
                  <a16:creationId xmlns:a16="http://schemas.microsoft.com/office/drawing/2014/main" id="{5F05D501-2763-6332-6B15-690F734B15CD}"/>
                </a:ext>
              </a:extLst>
            </p:cNvPr>
            <p:cNvCxnSpPr>
              <a:cxnSpLocks/>
            </p:cNvCxnSpPr>
            <p:nvPr/>
          </p:nvCxnSpPr>
          <p:spPr>
            <a:xfrm>
              <a:off x="3561102" y="3892509"/>
              <a:ext cx="834215" cy="0"/>
            </a:xfrm>
            <a:prstGeom prst="straightConnector1">
              <a:avLst/>
            </a:prstGeom>
            <a:ln w="5715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B42B48C-7E32-D60D-58D9-2E5952AD9EC4}"/>
                </a:ext>
              </a:extLst>
            </p:cNvPr>
            <p:cNvCxnSpPr>
              <a:cxnSpLocks/>
            </p:cNvCxnSpPr>
            <p:nvPr/>
          </p:nvCxnSpPr>
          <p:spPr>
            <a:xfrm>
              <a:off x="2993467" y="4393099"/>
              <a:ext cx="1296872" cy="0"/>
            </a:xfrm>
            <a:prstGeom prst="straightConnector1">
              <a:avLst/>
            </a:prstGeom>
            <a:ln w="5715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A2C4206-DD47-0359-7E88-839F5FE0C817}"/>
                </a:ext>
              </a:extLst>
            </p:cNvPr>
            <p:cNvCxnSpPr>
              <a:cxnSpLocks/>
            </p:cNvCxnSpPr>
            <p:nvPr/>
          </p:nvCxnSpPr>
          <p:spPr>
            <a:xfrm>
              <a:off x="5943600" y="4914284"/>
              <a:ext cx="2138516" cy="0"/>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AF76F10-1B70-20B4-4BE7-C8A294B50803}"/>
                </a:ext>
              </a:extLst>
            </p:cNvPr>
            <p:cNvCxnSpPr>
              <a:cxnSpLocks/>
            </p:cNvCxnSpPr>
            <p:nvPr/>
          </p:nvCxnSpPr>
          <p:spPr>
            <a:xfrm flipV="1">
              <a:off x="9137660" y="3846909"/>
              <a:ext cx="994482" cy="782241"/>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C724525-4671-9D3F-00F1-450173BC1DFF}"/>
                </a:ext>
              </a:extLst>
            </p:cNvPr>
            <p:cNvCxnSpPr>
              <a:cxnSpLocks/>
            </p:cNvCxnSpPr>
            <p:nvPr/>
          </p:nvCxnSpPr>
          <p:spPr>
            <a:xfrm flipH="1">
              <a:off x="11304052" y="5460328"/>
              <a:ext cx="1167135" cy="1091993"/>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70B7F7A-4C21-27E7-FE4F-9ADC1717D44E}"/>
                </a:ext>
              </a:extLst>
            </p:cNvPr>
            <p:cNvCxnSpPr>
              <a:cxnSpLocks/>
            </p:cNvCxnSpPr>
            <p:nvPr/>
          </p:nvCxnSpPr>
          <p:spPr>
            <a:xfrm>
              <a:off x="11473294" y="3533012"/>
              <a:ext cx="1282751" cy="1132466"/>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91A06D0-C896-76A6-BAB2-C915546230F4}"/>
                </a:ext>
              </a:extLst>
            </p:cNvPr>
            <p:cNvCxnSpPr>
              <a:cxnSpLocks/>
            </p:cNvCxnSpPr>
            <p:nvPr/>
          </p:nvCxnSpPr>
          <p:spPr>
            <a:xfrm flipH="1" flipV="1">
              <a:off x="9043394" y="5718404"/>
              <a:ext cx="1114753" cy="1092115"/>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694407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0E29D-6E62-8AE5-DD81-CE7B7EEAFFB9}"/>
            </a:ext>
          </a:extLst>
        </p:cNvPr>
        <p:cNvGrpSpPr/>
        <p:nvPr/>
      </p:nvGrpSpPr>
      <p:grpSpPr>
        <a:xfrm>
          <a:off x="0" y="0"/>
          <a:ext cx="0" cy="0"/>
          <a:chOff x="0" y="0"/>
          <a:chExt cx="0" cy="0"/>
        </a:xfrm>
      </p:grpSpPr>
      <p:sp>
        <p:nvSpPr>
          <p:cNvPr id="23" name="Title 22">
            <a:extLst>
              <a:ext uri="{FF2B5EF4-FFF2-40B4-BE49-F238E27FC236}">
                <a16:creationId xmlns:a16="http://schemas.microsoft.com/office/drawing/2014/main" id="{62624810-93E2-1A2D-AA07-BF2C076F8494}"/>
              </a:ext>
            </a:extLst>
          </p:cNvPr>
          <p:cNvSpPr>
            <a:spLocks noGrp="1"/>
          </p:cNvSpPr>
          <p:nvPr>
            <p:ph type="title"/>
          </p:nvPr>
        </p:nvSpPr>
        <p:spPr>
          <a:xfrm>
            <a:off x="1552574" y="896111"/>
            <a:ext cx="9866540" cy="1358140"/>
          </a:xfrm>
        </p:spPr>
        <p:txBody>
          <a:bodyPr>
            <a:normAutofit/>
          </a:bodyPr>
          <a:lstStyle/>
          <a:p>
            <a:r>
              <a:rPr lang="en-US" dirty="0"/>
              <a:t>Example</a:t>
            </a:r>
          </a:p>
        </p:txBody>
      </p:sp>
      <p:sp>
        <p:nvSpPr>
          <p:cNvPr id="13" name="Slide Number Placeholder 12">
            <a:extLst>
              <a:ext uri="{FF2B5EF4-FFF2-40B4-BE49-F238E27FC236}">
                <a16:creationId xmlns:a16="http://schemas.microsoft.com/office/drawing/2014/main" id="{346FBA44-9964-C5C1-EF01-B6E1BFBB3274}"/>
              </a:ext>
            </a:extLst>
          </p:cNvPr>
          <p:cNvSpPr>
            <a:spLocks noGrp="1"/>
          </p:cNvSpPr>
          <p:nvPr>
            <p:ph type="sldNum" sz="quarter" idx="12"/>
          </p:nvPr>
        </p:nvSpPr>
        <p:spPr>
          <a:xfrm>
            <a:off x="11123295" y="6356350"/>
            <a:ext cx="457200" cy="365125"/>
          </a:xfrm>
        </p:spPr>
        <p:txBody>
          <a:bodyPr/>
          <a:lstStyle/>
          <a:p>
            <a:fld id="{B5CEABB6-07DC-46E8-9B57-56EC44A396E5}" type="slidenum">
              <a:rPr lang="en-US" smtClean="0"/>
              <a:pPr/>
              <a:t>15</a:t>
            </a:fld>
            <a:endParaRPr lang="en-US" dirty="0"/>
          </a:p>
        </p:txBody>
      </p:sp>
      <p:grpSp>
        <p:nvGrpSpPr>
          <p:cNvPr id="6" name="Group 5">
            <a:extLst>
              <a:ext uri="{FF2B5EF4-FFF2-40B4-BE49-F238E27FC236}">
                <a16:creationId xmlns:a16="http://schemas.microsoft.com/office/drawing/2014/main" id="{D201D36F-99AF-7AA8-26DE-4655258A348B}"/>
              </a:ext>
            </a:extLst>
          </p:cNvPr>
          <p:cNvGrpSpPr/>
          <p:nvPr/>
        </p:nvGrpSpPr>
        <p:grpSpPr>
          <a:xfrm>
            <a:off x="2721427" y="2006383"/>
            <a:ext cx="7761515" cy="3975853"/>
            <a:chOff x="1923396" y="2202267"/>
            <a:chExt cx="11623761" cy="6130762"/>
          </a:xfrm>
        </p:grpSpPr>
        <p:grpSp>
          <p:nvGrpSpPr>
            <p:cNvPr id="9" name="Group 8">
              <a:extLst>
                <a:ext uri="{FF2B5EF4-FFF2-40B4-BE49-F238E27FC236}">
                  <a16:creationId xmlns:a16="http://schemas.microsoft.com/office/drawing/2014/main" id="{14BE6ED3-79FA-B999-C817-07B5E1C9F7C9}"/>
                </a:ext>
              </a:extLst>
            </p:cNvPr>
            <p:cNvGrpSpPr/>
            <p:nvPr/>
          </p:nvGrpSpPr>
          <p:grpSpPr>
            <a:xfrm>
              <a:off x="4740843" y="3152934"/>
              <a:ext cx="8806314" cy="4188538"/>
              <a:chOff x="2937991" y="2642573"/>
              <a:chExt cx="8806314" cy="4188538"/>
            </a:xfrm>
          </p:grpSpPr>
          <p:sp>
            <p:nvSpPr>
              <p:cNvPr id="26" name="Oval 25">
                <a:extLst>
                  <a:ext uri="{FF2B5EF4-FFF2-40B4-BE49-F238E27FC236}">
                    <a16:creationId xmlns:a16="http://schemas.microsoft.com/office/drawing/2014/main" id="{010F698A-A415-BEF9-0AE0-24A983CB9323}"/>
                  </a:ext>
                </a:extLst>
              </p:cNvPr>
              <p:cNvSpPr/>
              <p:nvPr/>
            </p:nvSpPr>
            <p:spPr>
              <a:xfrm>
                <a:off x="2937991" y="4277032"/>
                <a:ext cx="926845" cy="866466"/>
              </a:xfrm>
              <a:prstGeom prst="ellipse">
                <a:avLst/>
              </a:prstGeom>
              <a:solidFill>
                <a:schemeClr val="accent1">
                  <a:lumMod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A</a:t>
                </a:r>
              </a:p>
            </p:txBody>
          </p:sp>
          <p:sp>
            <p:nvSpPr>
              <p:cNvPr id="27" name="Oval 26">
                <a:extLst>
                  <a:ext uri="{FF2B5EF4-FFF2-40B4-BE49-F238E27FC236}">
                    <a16:creationId xmlns:a16="http://schemas.microsoft.com/office/drawing/2014/main" id="{8F73DCFF-1936-EC27-A8CF-FA369FA26AD3}"/>
                  </a:ext>
                </a:extLst>
              </p:cNvPr>
              <p:cNvSpPr>
                <a:spLocks/>
              </p:cNvSpPr>
              <p:nvPr/>
            </p:nvSpPr>
            <p:spPr>
              <a:xfrm>
                <a:off x="6543696" y="4256439"/>
                <a:ext cx="926845" cy="866466"/>
              </a:xfrm>
              <a:prstGeom prst="ellipse">
                <a:avLst/>
              </a:prstGeom>
              <a:solidFill>
                <a:schemeClr val="bg2">
                  <a:lumMod val="75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B</a:t>
                </a:r>
              </a:p>
            </p:txBody>
          </p:sp>
          <p:sp>
            <p:nvSpPr>
              <p:cNvPr id="28" name="Oval 27">
                <a:extLst>
                  <a:ext uri="{FF2B5EF4-FFF2-40B4-BE49-F238E27FC236}">
                    <a16:creationId xmlns:a16="http://schemas.microsoft.com/office/drawing/2014/main" id="{0E89FB43-D461-B631-63CF-3608DE3E1D14}"/>
                  </a:ext>
                </a:extLst>
              </p:cNvPr>
              <p:cNvSpPr/>
              <p:nvPr/>
            </p:nvSpPr>
            <p:spPr>
              <a:xfrm>
                <a:off x="8474099" y="2642573"/>
                <a:ext cx="926845" cy="866466"/>
              </a:xfrm>
              <a:prstGeom prst="ellipse">
                <a:avLst/>
              </a:prstGeom>
              <a:solidFill>
                <a:schemeClr val="bg2">
                  <a:lumMod val="75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C</a:t>
                </a:r>
              </a:p>
            </p:txBody>
          </p:sp>
          <p:sp>
            <p:nvSpPr>
              <p:cNvPr id="29" name="Oval 28">
                <a:extLst>
                  <a:ext uri="{FF2B5EF4-FFF2-40B4-BE49-F238E27FC236}">
                    <a16:creationId xmlns:a16="http://schemas.microsoft.com/office/drawing/2014/main" id="{25A5FB23-9B36-3EFF-C121-7EC28A27AAB0}"/>
                  </a:ext>
                </a:extLst>
              </p:cNvPr>
              <p:cNvSpPr/>
              <p:nvPr/>
            </p:nvSpPr>
            <p:spPr>
              <a:xfrm>
                <a:off x="10817460" y="4277032"/>
                <a:ext cx="926845" cy="866466"/>
              </a:xfrm>
              <a:prstGeom prst="ellipse">
                <a:avLst/>
              </a:prstGeom>
              <a:solidFill>
                <a:schemeClr val="bg2">
                  <a:lumMod val="75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D</a:t>
                </a:r>
              </a:p>
            </p:txBody>
          </p:sp>
          <p:sp>
            <p:nvSpPr>
              <p:cNvPr id="30" name="Oval 29">
                <a:extLst>
                  <a:ext uri="{FF2B5EF4-FFF2-40B4-BE49-F238E27FC236}">
                    <a16:creationId xmlns:a16="http://schemas.microsoft.com/office/drawing/2014/main" id="{37A8420A-DCF8-F5F1-4BE6-9BF97BEC4182}"/>
                  </a:ext>
                </a:extLst>
              </p:cNvPr>
              <p:cNvSpPr/>
              <p:nvPr/>
            </p:nvSpPr>
            <p:spPr>
              <a:xfrm>
                <a:off x="8474099" y="5964645"/>
                <a:ext cx="926845" cy="866466"/>
              </a:xfrm>
              <a:prstGeom prst="ellipse">
                <a:avLst/>
              </a:prstGeom>
              <a:solidFill>
                <a:schemeClr val="bg2">
                  <a:lumMod val="75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E</a:t>
                </a:r>
              </a:p>
            </p:txBody>
          </p:sp>
          <p:cxnSp>
            <p:nvCxnSpPr>
              <p:cNvPr id="31" name="Straight Connector 30">
                <a:extLst>
                  <a:ext uri="{FF2B5EF4-FFF2-40B4-BE49-F238E27FC236}">
                    <a16:creationId xmlns:a16="http://schemas.microsoft.com/office/drawing/2014/main" id="{52A4B32D-79CE-0EDA-8F63-54AE06D02183}"/>
                  </a:ext>
                </a:extLst>
              </p:cNvPr>
              <p:cNvCxnSpPr>
                <a:stCxn id="26" idx="6"/>
                <a:endCxn id="27" idx="2"/>
              </p:cNvCxnSpPr>
              <p:nvPr/>
            </p:nvCxnSpPr>
            <p:spPr>
              <a:xfrm flipV="1">
                <a:off x="3864836" y="4689672"/>
                <a:ext cx="2678860" cy="20593"/>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E49E5AF-E2CF-189D-EF20-2C6BFB76AD7E}"/>
                  </a:ext>
                </a:extLst>
              </p:cNvPr>
              <p:cNvCxnSpPr>
                <a:cxnSpLocks/>
                <a:stCxn id="27" idx="7"/>
                <a:endCxn id="28" idx="3"/>
              </p:cNvCxnSpPr>
              <p:nvPr/>
            </p:nvCxnSpPr>
            <p:spPr>
              <a:xfrm flipV="1">
                <a:off x="7334808" y="3382148"/>
                <a:ext cx="1275024" cy="1001182"/>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8135CC-2650-B5C2-8E0B-CF6331225A23}"/>
                  </a:ext>
                </a:extLst>
              </p:cNvPr>
              <p:cNvCxnSpPr>
                <a:cxnSpLocks/>
                <a:stCxn id="30" idx="6"/>
                <a:endCxn id="29" idx="3"/>
              </p:cNvCxnSpPr>
              <p:nvPr/>
            </p:nvCxnSpPr>
            <p:spPr>
              <a:xfrm flipV="1">
                <a:off x="9400944" y="5016607"/>
                <a:ext cx="1552249" cy="1381271"/>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CB44C9D-3610-0CD2-6AC3-30D041E7B37D}"/>
                  </a:ext>
                </a:extLst>
              </p:cNvPr>
              <p:cNvCxnSpPr>
                <a:cxnSpLocks/>
                <a:stCxn id="27" idx="5"/>
              </p:cNvCxnSpPr>
              <p:nvPr/>
            </p:nvCxnSpPr>
            <p:spPr>
              <a:xfrm>
                <a:off x="7334808" y="4996014"/>
                <a:ext cx="1239547" cy="1219005"/>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CCEC9DC-381C-FE6F-3626-78E99D1900F8}"/>
                  </a:ext>
                </a:extLst>
              </p:cNvPr>
              <p:cNvCxnSpPr>
                <a:cxnSpLocks/>
                <a:stCxn id="28" idx="6"/>
                <a:endCxn id="29" idx="1"/>
              </p:cNvCxnSpPr>
              <p:nvPr/>
            </p:nvCxnSpPr>
            <p:spPr>
              <a:xfrm>
                <a:off x="9400944" y="3075806"/>
                <a:ext cx="1552249" cy="1328117"/>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BC66004-ECDB-1582-91A3-AEB6DE24090B}"/>
                    </a:ext>
                  </a:extLst>
                </p:cNvPr>
                <p:cNvSpPr txBox="1"/>
                <p:nvPr/>
              </p:nvSpPr>
              <p:spPr>
                <a:xfrm>
                  <a:off x="4361279" y="3745588"/>
                  <a:ext cx="617363" cy="7996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a:solidFill>
                                  <a:schemeClr val="bg1"/>
                                </a:solidFill>
                                <a:latin typeface="Cambria Math" panose="02040503050406030204" pitchFamily="18" charset="0"/>
                              </a:rPr>
                              <m:t>1</m:t>
                            </m:r>
                          </m:num>
                          <m:den>
                            <m:r>
                              <a:rPr lang="en-US" i="0">
                                <a:solidFill>
                                  <a:schemeClr val="bg1"/>
                                </a:solidFill>
                                <a:latin typeface="Cambria Math" panose="02040503050406030204" pitchFamily="18" charset="0"/>
                              </a:rPr>
                              <m:t>1</m:t>
                            </m:r>
                          </m:den>
                        </m:f>
                      </m:oMath>
                    </m:oMathPara>
                  </a14:m>
                  <a:endParaRPr lang="en-US" dirty="0">
                    <a:solidFill>
                      <a:schemeClr val="bg1"/>
                    </a:solidFill>
                  </a:endParaRPr>
                </a:p>
              </p:txBody>
            </p:sp>
          </mc:Choice>
          <mc:Fallback xmlns="">
            <p:sp>
              <p:nvSpPr>
                <p:cNvPr id="10" name="TextBox 9">
                  <a:extLst>
                    <a:ext uri="{FF2B5EF4-FFF2-40B4-BE49-F238E27FC236}">
                      <a16:creationId xmlns:a16="http://schemas.microsoft.com/office/drawing/2014/main" id="{EBC66004-ECDB-1582-91A3-AEB6DE24090B}"/>
                    </a:ext>
                  </a:extLst>
                </p:cNvPr>
                <p:cNvSpPr txBox="1">
                  <a:spLocks noRot="1" noChangeAspect="1" noMove="1" noResize="1" noEditPoints="1" noAdjustHandles="1" noChangeArrowheads="1" noChangeShapeType="1" noTextEdit="1"/>
                </p:cNvSpPr>
                <p:nvPr/>
              </p:nvSpPr>
              <p:spPr>
                <a:xfrm>
                  <a:off x="4361279" y="3745588"/>
                  <a:ext cx="617363" cy="79968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FD81A83-63EA-4664-3511-1FA0E158C354}"/>
                    </a:ext>
                  </a:extLst>
                </p:cNvPr>
                <p:cNvSpPr txBox="1"/>
                <p:nvPr/>
              </p:nvSpPr>
              <p:spPr>
                <a:xfrm>
                  <a:off x="8192605" y="3822520"/>
                  <a:ext cx="617363" cy="7996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2</m:t>
                            </m:r>
                          </m:num>
                          <m:den>
                            <m:r>
                              <a:rPr lang="en-US" b="0" i="0" smtClean="0">
                                <a:solidFill>
                                  <a:schemeClr val="bg1"/>
                                </a:solidFill>
                                <a:latin typeface="Cambria Math" panose="02040503050406030204" pitchFamily="18" charset="0"/>
                              </a:rPr>
                              <m:t>2</m:t>
                            </m:r>
                          </m:den>
                        </m:f>
                      </m:oMath>
                    </m:oMathPara>
                  </a14:m>
                  <a:endParaRPr lang="en-US" sz="1200" dirty="0">
                    <a:solidFill>
                      <a:schemeClr val="bg1"/>
                    </a:solidFill>
                  </a:endParaRPr>
                </a:p>
              </p:txBody>
            </p:sp>
          </mc:Choice>
          <mc:Fallback xmlns="">
            <p:sp>
              <p:nvSpPr>
                <p:cNvPr id="11" name="TextBox 10">
                  <a:extLst>
                    <a:ext uri="{FF2B5EF4-FFF2-40B4-BE49-F238E27FC236}">
                      <a16:creationId xmlns:a16="http://schemas.microsoft.com/office/drawing/2014/main" id="{1FD81A83-63EA-4664-3511-1FA0E158C354}"/>
                    </a:ext>
                  </a:extLst>
                </p:cNvPr>
                <p:cNvSpPr txBox="1">
                  <a:spLocks noRot="1" noChangeAspect="1" noMove="1" noResize="1" noEditPoints="1" noAdjustHandles="1" noChangeArrowheads="1" noChangeShapeType="1" noTextEdit="1"/>
                </p:cNvSpPr>
                <p:nvPr/>
              </p:nvSpPr>
              <p:spPr>
                <a:xfrm>
                  <a:off x="8192605" y="3822520"/>
                  <a:ext cx="617363" cy="79968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9632746-B436-6990-25C4-6AB95E78C47A}"/>
                    </a:ext>
                  </a:extLst>
                </p:cNvPr>
                <p:cNvSpPr txBox="1"/>
                <p:nvPr/>
              </p:nvSpPr>
              <p:spPr>
                <a:xfrm>
                  <a:off x="10431691" y="2202267"/>
                  <a:ext cx="617363" cy="80245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3</m:t>
                            </m:r>
                          </m:num>
                          <m:den>
                            <m:r>
                              <a:rPr lang="en-US" b="0" i="0" smtClean="0">
                                <a:solidFill>
                                  <a:schemeClr val="bg1"/>
                                </a:solidFill>
                                <a:latin typeface="Cambria Math" panose="02040503050406030204" pitchFamily="18" charset="0"/>
                              </a:rPr>
                              <m:t>2</m:t>
                            </m:r>
                          </m:den>
                        </m:f>
                      </m:oMath>
                    </m:oMathPara>
                  </a14:m>
                  <a:endParaRPr lang="en-US" sz="1200" dirty="0">
                    <a:solidFill>
                      <a:schemeClr val="bg1"/>
                    </a:solidFill>
                  </a:endParaRPr>
                </a:p>
              </p:txBody>
            </p:sp>
          </mc:Choice>
          <mc:Fallback xmlns="">
            <p:sp>
              <p:nvSpPr>
                <p:cNvPr id="12" name="TextBox 11">
                  <a:extLst>
                    <a:ext uri="{FF2B5EF4-FFF2-40B4-BE49-F238E27FC236}">
                      <a16:creationId xmlns:a16="http://schemas.microsoft.com/office/drawing/2014/main" id="{69632746-B436-6990-25C4-6AB95E78C47A}"/>
                    </a:ext>
                  </a:extLst>
                </p:cNvPr>
                <p:cNvSpPr txBox="1">
                  <a:spLocks noRot="1" noChangeAspect="1" noMove="1" noResize="1" noEditPoints="1" noAdjustHandles="1" noChangeArrowheads="1" noChangeShapeType="1" noTextEdit="1"/>
                </p:cNvSpPr>
                <p:nvPr/>
              </p:nvSpPr>
              <p:spPr>
                <a:xfrm>
                  <a:off x="10431691" y="2202267"/>
                  <a:ext cx="617363" cy="80245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2E49C70-9F80-19E7-4CFF-8F79632314A2}"/>
                    </a:ext>
                  </a:extLst>
                </p:cNvPr>
                <p:cNvSpPr txBox="1"/>
                <p:nvPr/>
              </p:nvSpPr>
              <p:spPr>
                <a:xfrm>
                  <a:off x="12929794" y="3846909"/>
                  <a:ext cx="617363" cy="79810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4</m:t>
                            </m:r>
                          </m:num>
                          <m:den>
                            <m:r>
                              <a:rPr lang="en-US" b="0" i="0" smtClean="0">
                                <a:solidFill>
                                  <a:schemeClr val="bg1"/>
                                </a:solidFill>
                                <a:latin typeface="Cambria Math" panose="02040503050406030204" pitchFamily="18" charset="0"/>
                              </a:rPr>
                              <m:t>2</m:t>
                            </m:r>
                          </m:den>
                        </m:f>
                      </m:oMath>
                    </m:oMathPara>
                  </a14:m>
                  <a:endParaRPr lang="en-US" sz="1200" dirty="0">
                    <a:solidFill>
                      <a:schemeClr val="bg1"/>
                    </a:solidFill>
                  </a:endParaRPr>
                </a:p>
              </p:txBody>
            </p:sp>
          </mc:Choice>
          <mc:Fallback xmlns="">
            <p:sp>
              <p:nvSpPr>
                <p:cNvPr id="14" name="TextBox 13">
                  <a:extLst>
                    <a:ext uri="{FF2B5EF4-FFF2-40B4-BE49-F238E27FC236}">
                      <a16:creationId xmlns:a16="http://schemas.microsoft.com/office/drawing/2014/main" id="{82E49C70-9F80-19E7-4CFF-8F79632314A2}"/>
                    </a:ext>
                  </a:extLst>
                </p:cNvPr>
                <p:cNvSpPr txBox="1">
                  <a:spLocks noRot="1" noChangeAspect="1" noMove="1" noResize="1" noEditPoints="1" noAdjustHandles="1" noChangeArrowheads="1" noChangeShapeType="1" noTextEdit="1"/>
                </p:cNvSpPr>
                <p:nvPr/>
              </p:nvSpPr>
              <p:spPr>
                <a:xfrm>
                  <a:off x="12929794" y="3846909"/>
                  <a:ext cx="617363" cy="79810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E5B2F3F-DEDE-2D65-C65C-680453821500}"/>
                    </a:ext>
                  </a:extLst>
                </p:cNvPr>
                <p:cNvSpPr txBox="1"/>
                <p:nvPr/>
              </p:nvSpPr>
              <p:spPr>
                <a:xfrm>
                  <a:off x="10412683" y="7496562"/>
                  <a:ext cx="617363" cy="83646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5</m:t>
                            </m:r>
                          </m:num>
                          <m:den>
                            <m:r>
                              <a:rPr lang="en-US" b="0" i="0" smtClean="0">
                                <a:solidFill>
                                  <a:schemeClr val="bg1"/>
                                </a:solidFill>
                                <a:latin typeface="Cambria Math" panose="02040503050406030204" pitchFamily="18" charset="0"/>
                              </a:rPr>
                              <m:t>2</m:t>
                            </m:r>
                          </m:den>
                        </m:f>
                      </m:oMath>
                    </m:oMathPara>
                  </a14:m>
                  <a:endParaRPr lang="en-US" sz="1200" dirty="0">
                    <a:solidFill>
                      <a:schemeClr val="bg1"/>
                    </a:solidFill>
                  </a:endParaRPr>
                </a:p>
              </p:txBody>
            </p:sp>
          </mc:Choice>
          <mc:Fallback xmlns="">
            <p:sp>
              <p:nvSpPr>
                <p:cNvPr id="15" name="TextBox 14">
                  <a:extLst>
                    <a:ext uri="{FF2B5EF4-FFF2-40B4-BE49-F238E27FC236}">
                      <a16:creationId xmlns:a16="http://schemas.microsoft.com/office/drawing/2014/main" id="{DE5B2F3F-DEDE-2D65-C65C-680453821500}"/>
                    </a:ext>
                  </a:extLst>
                </p:cNvPr>
                <p:cNvSpPr txBox="1">
                  <a:spLocks noRot="1" noChangeAspect="1" noMove="1" noResize="1" noEditPoints="1" noAdjustHandles="1" noChangeArrowheads="1" noChangeShapeType="1" noTextEdit="1"/>
                </p:cNvSpPr>
                <p:nvPr/>
              </p:nvSpPr>
              <p:spPr>
                <a:xfrm>
                  <a:off x="10412683" y="7496562"/>
                  <a:ext cx="617363" cy="836467"/>
                </a:xfrm>
                <a:prstGeom prst="rect">
                  <a:avLst/>
                </a:prstGeom>
                <a:blipFill>
                  <a:blip r:embed="rId7"/>
                  <a:stretch>
                    <a:fillRect/>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3AA1D605-CEA8-9667-62B5-127258E01D63}"/>
                </a:ext>
              </a:extLst>
            </p:cNvPr>
            <p:cNvSpPr txBox="1"/>
            <p:nvPr/>
          </p:nvSpPr>
          <p:spPr>
            <a:xfrm>
              <a:off x="1923396" y="3594029"/>
              <a:ext cx="1944509" cy="522050"/>
            </a:xfrm>
            <a:prstGeom prst="rect">
              <a:avLst/>
            </a:prstGeom>
            <a:noFill/>
          </p:spPr>
          <p:txBody>
            <a:bodyPr wrap="square" rtlCol="0">
              <a:spAutoFit/>
            </a:bodyPr>
            <a:lstStyle/>
            <a:p>
              <a:r>
                <a:rPr lang="en-US" sz="1600" dirty="0">
                  <a:solidFill>
                    <a:schemeClr val="bg1"/>
                  </a:solidFill>
                </a:rPr>
                <a:t>Discovery</a:t>
              </a:r>
            </a:p>
          </p:txBody>
        </p:sp>
        <p:sp>
          <p:nvSpPr>
            <p:cNvPr id="17" name="TextBox 16">
              <a:extLst>
                <a:ext uri="{FF2B5EF4-FFF2-40B4-BE49-F238E27FC236}">
                  <a16:creationId xmlns:a16="http://schemas.microsoft.com/office/drawing/2014/main" id="{81E3FA79-F89F-D57E-D977-7738F75A2911}"/>
                </a:ext>
              </a:extLst>
            </p:cNvPr>
            <p:cNvSpPr txBox="1"/>
            <p:nvPr/>
          </p:nvSpPr>
          <p:spPr>
            <a:xfrm>
              <a:off x="2075828" y="4126873"/>
              <a:ext cx="1494340" cy="522050"/>
            </a:xfrm>
            <a:prstGeom prst="rect">
              <a:avLst/>
            </a:prstGeom>
            <a:noFill/>
          </p:spPr>
          <p:txBody>
            <a:bodyPr wrap="square" rtlCol="0">
              <a:spAutoFit/>
            </a:bodyPr>
            <a:lstStyle/>
            <a:p>
              <a:r>
                <a:rPr lang="en-US" sz="1600" dirty="0">
                  <a:solidFill>
                    <a:schemeClr val="bg1"/>
                  </a:solidFill>
                </a:rPr>
                <a:t>Low</a:t>
              </a:r>
            </a:p>
          </p:txBody>
        </p:sp>
        <p:cxnSp>
          <p:nvCxnSpPr>
            <p:cNvPr id="18" name="Straight Arrow Connector 17">
              <a:extLst>
                <a:ext uri="{FF2B5EF4-FFF2-40B4-BE49-F238E27FC236}">
                  <a16:creationId xmlns:a16="http://schemas.microsoft.com/office/drawing/2014/main" id="{A45BF214-D153-5C9A-BD31-0130013F1766}"/>
                </a:ext>
              </a:extLst>
            </p:cNvPr>
            <p:cNvCxnSpPr>
              <a:cxnSpLocks/>
            </p:cNvCxnSpPr>
            <p:nvPr/>
          </p:nvCxnSpPr>
          <p:spPr>
            <a:xfrm>
              <a:off x="3561102" y="3892509"/>
              <a:ext cx="834215" cy="0"/>
            </a:xfrm>
            <a:prstGeom prst="straightConnector1">
              <a:avLst/>
            </a:prstGeom>
            <a:ln w="5715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65453E0-48FD-7210-6583-C70D614E43BE}"/>
                </a:ext>
              </a:extLst>
            </p:cNvPr>
            <p:cNvCxnSpPr>
              <a:cxnSpLocks/>
            </p:cNvCxnSpPr>
            <p:nvPr/>
          </p:nvCxnSpPr>
          <p:spPr>
            <a:xfrm>
              <a:off x="2993467" y="4393099"/>
              <a:ext cx="1296872" cy="0"/>
            </a:xfrm>
            <a:prstGeom prst="straightConnector1">
              <a:avLst/>
            </a:prstGeom>
            <a:ln w="5715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10A8B5A-E5D3-C044-5432-CAE686C89656}"/>
                </a:ext>
              </a:extLst>
            </p:cNvPr>
            <p:cNvCxnSpPr>
              <a:cxnSpLocks/>
            </p:cNvCxnSpPr>
            <p:nvPr/>
          </p:nvCxnSpPr>
          <p:spPr>
            <a:xfrm>
              <a:off x="5943600" y="4914284"/>
              <a:ext cx="2138516" cy="0"/>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19E4B3A-CC20-DCE5-EAEA-F7524742DBC1}"/>
                </a:ext>
              </a:extLst>
            </p:cNvPr>
            <p:cNvCxnSpPr>
              <a:cxnSpLocks/>
            </p:cNvCxnSpPr>
            <p:nvPr/>
          </p:nvCxnSpPr>
          <p:spPr>
            <a:xfrm flipV="1">
              <a:off x="9137660" y="3846909"/>
              <a:ext cx="994482" cy="782241"/>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1E26BA6-5492-C575-DF7F-50A677E5A8B1}"/>
                </a:ext>
              </a:extLst>
            </p:cNvPr>
            <p:cNvCxnSpPr>
              <a:cxnSpLocks/>
            </p:cNvCxnSpPr>
            <p:nvPr/>
          </p:nvCxnSpPr>
          <p:spPr>
            <a:xfrm flipH="1">
              <a:off x="11304052" y="5460328"/>
              <a:ext cx="1167135" cy="1091993"/>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F261087-1BAF-50BB-F5D8-0B5C71E7DB6D}"/>
                </a:ext>
              </a:extLst>
            </p:cNvPr>
            <p:cNvCxnSpPr>
              <a:cxnSpLocks/>
            </p:cNvCxnSpPr>
            <p:nvPr/>
          </p:nvCxnSpPr>
          <p:spPr>
            <a:xfrm>
              <a:off x="11473294" y="3533012"/>
              <a:ext cx="1282751" cy="1132466"/>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A786571-892D-A203-DA3B-25076960A595}"/>
                </a:ext>
              </a:extLst>
            </p:cNvPr>
            <p:cNvCxnSpPr>
              <a:cxnSpLocks/>
            </p:cNvCxnSpPr>
            <p:nvPr/>
          </p:nvCxnSpPr>
          <p:spPr>
            <a:xfrm flipH="1" flipV="1">
              <a:off x="9043394" y="5718404"/>
              <a:ext cx="1114753" cy="1092115"/>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893391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C6DE8-4BE3-C093-E6C5-17AA2D34C705}"/>
            </a:ext>
          </a:extLst>
        </p:cNvPr>
        <p:cNvGrpSpPr/>
        <p:nvPr/>
      </p:nvGrpSpPr>
      <p:grpSpPr>
        <a:xfrm>
          <a:off x="0" y="0"/>
          <a:ext cx="0" cy="0"/>
          <a:chOff x="0" y="0"/>
          <a:chExt cx="0" cy="0"/>
        </a:xfrm>
      </p:grpSpPr>
      <p:sp>
        <p:nvSpPr>
          <p:cNvPr id="23" name="Title 22">
            <a:extLst>
              <a:ext uri="{FF2B5EF4-FFF2-40B4-BE49-F238E27FC236}">
                <a16:creationId xmlns:a16="http://schemas.microsoft.com/office/drawing/2014/main" id="{0AC65B8D-85EC-167E-D81E-CD3C0310C2E4}"/>
              </a:ext>
            </a:extLst>
          </p:cNvPr>
          <p:cNvSpPr>
            <a:spLocks noGrp="1"/>
          </p:cNvSpPr>
          <p:nvPr>
            <p:ph type="title"/>
          </p:nvPr>
        </p:nvSpPr>
        <p:spPr>
          <a:xfrm>
            <a:off x="1552574" y="896111"/>
            <a:ext cx="9866540" cy="1358140"/>
          </a:xfrm>
        </p:spPr>
        <p:txBody>
          <a:bodyPr>
            <a:normAutofit/>
          </a:bodyPr>
          <a:lstStyle/>
          <a:p>
            <a:r>
              <a:rPr lang="en-US" dirty="0"/>
              <a:t>Example</a:t>
            </a:r>
          </a:p>
        </p:txBody>
      </p:sp>
      <p:sp>
        <p:nvSpPr>
          <p:cNvPr id="13" name="Slide Number Placeholder 12">
            <a:extLst>
              <a:ext uri="{FF2B5EF4-FFF2-40B4-BE49-F238E27FC236}">
                <a16:creationId xmlns:a16="http://schemas.microsoft.com/office/drawing/2014/main" id="{0D2C0F6E-BC9C-49C4-D4AC-8F3CEA5A18B3}"/>
              </a:ext>
            </a:extLst>
          </p:cNvPr>
          <p:cNvSpPr>
            <a:spLocks noGrp="1"/>
          </p:cNvSpPr>
          <p:nvPr>
            <p:ph type="sldNum" sz="quarter" idx="12"/>
          </p:nvPr>
        </p:nvSpPr>
        <p:spPr>
          <a:xfrm>
            <a:off x="11123295" y="6356350"/>
            <a:ext cx="457200" cy="365125"/>
          </a:xfrm>
        </p:spPr>
        <p:txBody>
          <a:bodyPr/>
          <a:lstStyle/>
          <a:p>
            <a:fld id="{B5CEABB6-07DC-46E8-9B57-56EC44A396E5}" type="slidenum">
              <a:rPr lang="en-US" smtClean="0"/>
              <a:pPr/>
              <a:t>16</a:t>
            </a:fld>
            <a:endParaRPr lang="en-US" dirty="0"/>
          </a:p>
        </p:txBody>
      </p:sp>
      <p:grpSp>
        <p:nvGrpSpPr>
          <p:cNvPr id="6" name="Group 5">
            <a:extLst>
              <a:ext uri="{FF2B5EF4-FFF2-40B4-BE49-F238E27FC236}">
                <a16:creationId xmlns:a16="http://schemas.microsoft.com/office/drawing/2014/main" id="{104FB487-19E5-00B8-7906-647F0B5A35D5}"/>
              </a:ext>
            </a:extLst>
          </p:cNvPr>
          <p:cNvGrpSpPr/>
          <p:nvPr/>
        </p:nvGrpSpPr>
        <p:grpSpPr>
          <a:xfrm>
            <a:off x="2721427" y="2006383"/>
            <a:ext cx="7761515" cy="3975853"/>
            <a:chOff x="1923396" y="2202267"/>
            <a:chExt cx="11623761" cy="6130762"/>
          </a:xfrm>
        </p:grpSpPr>
        <p:grpSp>
          <p:nvGrpSpPr>
            <p:cNvPr id="9" name="Group 8">
              <a:extLst>
                <a:ext uri="{FF2B5EF4-FFF2-40B4-BE49-F238E27FC236}">
                  <a16:creationId xmlns:a16="http://schemas.microsoft.com/office/drawing/2014/main" id="{27FB8B49-079A-8EB6-2664-DC475BD00D7C}"/>
                </a:ext>
              </a:extLst>
            </p:cNvPr>
            <p:cNvGrpSpPr/>
            <p:nvPr/>
          </p:nvGrpSpPr>
          <p:grpSpPr>
            <a:xfrm>
              <a:off x="4740843" y="3152934"/>
              <a:ext cx="8806314" cy="4188538"/>
              <a:chOff x="2937991" y="2642573"/>
              <a:chExt cx="8806314" cy="4188538"/>
            </a:xfrm>
          </p:grpSpPr>
          <p:sp>
            <p:nvSpPr>
              <p:cNvPr id="26" name="Oval 25">
                <a:extLst>
                  <a:ext uri="{FF2B5EF4-FFF2-40B4-BE49-F238E27FC236}">
                    <a16:creationId xmlns:a16="http://schemas.microsoft.com/office/drawing/2014/main" id="{C32519F8-399A-7204-ACFD-196592209CAF}"/>
                  </a:ext>
                </a:extLst>
              </p:cNvPr>
              <p:cNvSpPr/>
              <p:nvPr/>
            </p:nvSpPr>
            <p:spPr>
              <a:xfrm>
                <a:off x="2937991" y="4277032"/>
                <a:ext cx="926845" cy="866466"/>
              </a:xfrm>
              <a:prstGeom prst="ellipse">
                <a:avLst/>
              </a:prstGeom>
              <a:solidFill>
                <a:schemeClr val="bg2">
                  <a:lumMod val="75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A</a:t>
                </a:r>
              </a:p>
            </p:txBody>
          </p:sp>
          <p:sp>
            <p:nvSpPr>
              <p:cNvPr id="27" name="Oval 26">
                <a:extLst>
                  <a:ext uri="{FF2B5EF4-FFF2-40B4-BE49-F238E27FC236}">
                    <a16:creationId xmlns:a16="http://schemas.microsoft.com/office/drawing/2014/main" id="{9DDA4BE7-8FBB-D254-5EC8-CA682DD3B119}"/>
                  </a:ext>
                </a:extLst>
              </p:cNvPr>
              <p:cNvSpPr>
                <a:spLocks/>
              </p:cNvSpPr>
              <p:nvPr/>
            </p:nvSpPr>
            <p:spPr>
              <a:xfrm>
                <a:off x="6543696" y="4256439"/>
                <a:ext cx="926845" cy="866466"/>
              </a:xfrm>
              <a:prstGeom prst="ellipse">
                <a:avLst/>
              </a:prstGeom>
              <a:solidFill>
                <a:schemeClr val="bg2">
                  <a:lumMod val="75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B</a:t>
                </a:r>
              </a:p>
            </p:txBody>
          </p:sp>
          <p:sp>
            <p:nvSpPr>
              <p:cNvPr id="28" name="Oval 27">
                <a:extLst>
                  <a:ext uri="{FF2B5EF4-FFF2-40B4-BE49-F238E27FC236}">
                    <a16:creationId xmlns:a16="http://schemas.microsoft.com/office/drawing/2014/main" id="{54F70716-B6B8-D805-D8EF-365F207107E4}"/>
                  </a:ext>
                </a:extLst>
              </p:cNvPr>
              <p:cNvSpPr/>
              <p:nvPr/>
            </p:nvSpPr>
            <p:spPr>
              <a:xfrm>
                <a:off x="8474099" y="2642573"/>
                <a:ext cx="926845" cy="866466"/>
              </a:xfrm>
              <a:prstGeom prst="ellipse">
                <a:avLst/>
              </a:prstGeom>
              <a:solidFill>
                <a:schemeClr val="bg2">
                  <a:lumMod val="75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C</a:t>
                </a:r>
              </a:p>
            </p:txBody>
          </p:sp>
          <p:sp>
            <p:nvSpPr>
              <p:cNvPr id="29" name="Oval 28">
                <a:extLst>
                  <a:ext uri="{FF2B5EF4-FFF2-40B4-BE49-F238E27FC236}">
                    <a16:creationId xmlns:a16="http://schemas.microsoft.com/office/drawing/2014/main" id="{CA097580-9934-0CCF-F4A7-9EC67CFE1ABA}"/>
                  </a:ext>
                </a:extLst>
              </p:cNvPr>
              <p:cNvSpPr/>
              <p:nvPr/>
            </p:nvSpPr>
            <p:spPr>
              <a:xfrm>
                <a:off x="10817460" y="4277032"/>
                <a:ext cx="926845" cy="866466"/>
              </a:xfrm>
              <a:prstGeom prst="ellipse">
                <a:avLst/>
              </a:prstGeom>
              <a:solidFill>
                <a:schemeClr val="bg2">
                  <a:lumMod val="75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D</a:t>
                </a:r>
              </a:p>
            </p:txBody>
          </p:sp>
          <p:sp>
            <p:nvSpPr>
              <p:cNvPr id="30" name="Oval 29">
                <a:extLst>
                  <a:ext uri="{FF2B5EF4-FFF2-40B4-BE49-F238E27FC236}">
                    <a16:creationId xmlns:a16="http://schemas.microsoft.com/office/drawing/2014/main" id="{53284460-CD46-B8F4-CDF5-F12EC79348BB}"/>
                  </a:ext>
                </a:extLst>
              </p:cNvPr>
              <p:cNvSpPr/>
              <p:nvPr/>
            </p:nvSpPr>
            <p:spPr>
              <a:xfrm>
                <a:off x="8474099" y="5964645"/>
                <a:ext cx="926845" cy="866466"/>
              </a:xfrm>
              <a:prstGeom prst="ellipse">
                <a:avLst/>
              </a:prstGeom>
              <a:solidFill>
                <a:schemeClr val="bg2">
                  <a:lumMod val="75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E</a:t>
                </a:r>
              </a:p>
            </p:txBody>
          </p:sp>
          <p:cxnSp>
            <p:nvCxnSpPr>
              <p:cNvPr id="31" name="Straight Connector 30">
                <a:extLst>
                  <a:ext uri="{FF2B5EF4-FFF2-40B4-BE49-F238E27FC236}">
                    <a16:creationId xmlns:a16="http://schemas.microsoft.com/office/drawing/2014/main" id="{3BAC189E-F608-2132-A53B-7A8FE8FE6CF8}"/>
                  </a:ext>
                </a:extLst>
              </p:cNvPr>
              <p:cNvCxnSpPr>
                <a:stCxn id="26" idx="6"/>
                <a:endCxn id="27" idx="2"/>
              </p:cNvCxnSpPr>
              <p:nvPr/>
            </p:nvCxnSpPr>
            <p:spPr>
              <a:xfrm flipV="1">
                <a:off x="3864836" y="4689672"/>
                <a:ext cx="2678860" cy="20593"/>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7673963-9065-FE4B-D359-85E90FCBD4DB}"/>
                  </a:ext>
                </a:extLst>
              </p:cNvPr>
              <p:cNvCxnSpPr>
                <a:cxnSpLocks/>
                <a:stCxn id="27" idx="7"/>
                <a:endCxn id="28" idx="3"/>
              </p:cNvCxnSpPr>
              <p:nvPr/>
            </p:nvCxnSpPr>
            <p:spPr>
              <a:xfrm flipV="1">
                <a:off x="7334808" y="3382148"/>
                <a:ext cx="1275024" cy="1001182"/>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BA0207A-84D4-4963-70ED-312A310C8101}"/>
                  </a:ext>
                </a:extLst>
              </p:cNvPr>
              <p:cNvCxnSpPr>
                <a:cxnSpLocks/>
                <a:stCxn id="30" idx="6"/>
                <a:endCxn id="29" idx="3"/>
              </p:cNvCxnSpPr>
              <p:nvPr/>
            </p:nvCxnSpPr>
            <p:spPr>
              <a:xfrm flipV="1">
                <a:off x="9400944" y="5016607"/>
                <a:ext cx="1552249" cy="1381271"/>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B45C470-29B7-B29E-71A0-48EE39393360}"/>
                  </a:ext>
                </a:extLst>
              </p:cNvPr>
              <p:cNvCxnSpPr>
                <a:cxnSpLocks/>
                <a:stCxn id="27" idx="5"/>
              </p:cNvCxnSpPr>
              <p:nvPr/>
            </p:nvCxnSpPr>
            <p:spPr>
              <a:xfrm>
                <a:off x="7334808" y="4996014"/>
                <a:ext cx="1239547" cy="1219005"/>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33B0AE1-7353-BFCE-D80D-4EA363F8B169}"/>
                  </a:ext>
                </a:extLst>
              </p:cNvPr>
              <p:cNvCxnSpPr>
                <a:cxnSpLocks/>
                <a:stCxn id="28" idx="6"/>
                <a:endCxn id="29" idx="1"/>
              </p:cNvCxnSpPr>
              <p:nvPr/>
            </p:nvCxnSpPr>
            <p:spPr>
              <a:xfrm>
                <a:off x="9400944" y="3075806"/>
                <a:ext cx="1552249" cy="1328117"/>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BD91D0D-3C99-7143-D090-863EA5A0AD91}"/>
                    </a:ext>
                  </a:extLst>
                </p:cNvPr>
                <p:cNvSpPr txBox="1"/>
                <p:nvPr/>
              </p:nvSpPr>
              <p:spPr>
                <a:xfrm>
                  <a:off x="4361279" y="3745588"/>
                  <a:ext cx="617363" cy="7996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a:solidFill>
                                  <a:schemeClr val="bg1"/>
                                </a:solidFill>
                                <a:latin typeface="Cambria Math" panose="02040503050406030204" pitchFamily="18" charset="0"/>
                              </a:rPr>
                              <m:t>1</m:t>
                            </m:r>
                          </m:num>
                          <m:den>
                            <m:r>
                              <a:rPr lang="en-US" i="0">
                                <a:solidFill>
                                  <a:schemeClr val="bg1"/>
                                </a:solidFill>
                                <a:latin typeface="Cambria Math" panose="02040503050406030204" pitchFamily="18" charset="0"/>
                              </a:rPr>
                              <m:t>1</m:t>
                            </m:r>
                          </m:den>
                        </m:f>
                      </m:oMath>
                    </m:oMathPara>
                  </a14:m>
                  <a:endParaRPr lang="en-US" dirty="0">
                    <a:solidFill>
                      <a:schemeClr val="bg1"/>
                    </a:solidFill>
                  </a:endParaRPr>
                </a:p>
              </p:txBody>
            </p:sp>
          </mc:Choice>
          <mc:Fallback xmlns="">
            <p:sp>
              <p:nvSpPr>
                <p:cNvPr id="10" name="TextBox 9">
                  <a:extLst>
                    <a:ext uri="{FF2B5EF4-FFF2-40B4-BE49-F238E27FC236}">
                      <a16:creationId xmlns:a16="http://schemas.microsoft.com/office/drawing/2014/main" id="{2BD91D0D-3C99-7143-D090-863EA5A0AD91}"/>
                    </a:ext>
                  </a:extLst>
                </p:cNvPr>
                <p:cNvSpPr txBox="1">
                  <a:spLocks noRot="1" noChangeAspect="1" noMove="1" noResize="1" noEditPoints="1" noAdjustHandles="1" noChangeArrowheads="1" noChangeShapeType="1" noTextEdit="1"/>
                </p:cNvSpPr>
                <p:nvPr/>
              </p:nvSpPr>
              <p:spPr>
                <a:xfrm>
                  <a:off x="4361279" y="3745588"/>
                  <a:ext cx="617363" cy="79968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C636F66-B73C-FAB9-2880-63AE67C34651}"/>
                    </a:ext>
                  </a:extLst>
                </p:cNvPr>
                <p:cNvSpPr txBox="1"/>
                <p:nvPr/>
              </p:nvSpPr>
              <p:spPr>
                <a:xfrm>
                  <a:off x="8192605" y="3822520"/>
                  <a:ext cx="617363" cy="7996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2</m:t>
                            </m:r>
                          </m:num>
                          <m:den>
                            <m:r>
                              <a:rPr lang="en-US" b="0" i="0" smtClean="0">
                                <a:solidFill>
                                  <a:schemeClr val="bg1"/>
                                </a:solidFill>
                                <a:latin typeface="Cambria Math" panose="02040503050406030204" pitchFamily="18" charset="0"/>
                              </a:rPr>
                              <m:t>2</m:t>
                            </m:r>
                          </m:den>
                        </m:f>
                      </m:oMath>
                    </m:oMathPara>
                  </a14:m>
                  <a:endParaRPr lang="en-US" sz="1200" dirty="0">
                    <a:solidFill>
                      <a:schemeClr val="bg1"/>
                    </a:solidFill>
                  </a:endParaRPr>
                </a:p>
              </p:txBody>
            </p:sp>
          </mc:Choice>
          <mc:Fallback xmlns="">
            <p:sp>
              <p:nvSpPr>
                <p:cNvPr id="11" name="TextBox 10">
                  <a:extLst>
                    <a:ext uri="{FF2B5EF4-FFF2-40B4-BE49-F238E27FC236}">
                      <a16:creationId xmlns:a16="http://schemas.microsoft.com/office/drawing/2014/main" id="{1C636F66-B73C-FAB9-2880-63AE67C34651}"/>
                    </a:ext>
                  </a:extLst>
                </p:cNvPr>
                <p:cNvSpPr txBox="1">
                  <a:spLocks noRot="1" noChangeAspect="1" noMove="1" noResize="1" noEditPoints="1" noAdjustHandles="1" noChangeArrowheads="1" noChangeShapeType="1" noTextEdit="1"/>
                </p:cNvSpPr>
                <p:nvPr/>
              </p:nvSpPr>
              <p:spPr>
                <a:xfrm>
                  <a:off x="8192605" y="3822520"/>
                  <a:ext cx="617363" cy="79968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4954FFD-4FB2-6E06-46D8-56C27FE37F88}"/>
                    </a:ext>
                  </a:extLst>
                </p:cNvPr>
                <p:cNvSpPr txBox="1"/>
                <p:nvPr/>
              </p:nvSpPr>
              <p:spPr>
                <a:xfrm>
                  <a:off x="10431691" y="2202267"/>
                  <a:ext cx="617363" cy="80245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3</m:t>
                            </m:r>
                          </m:num>
                          <m:den>
                            <m:r>
                              <a:rPr lang="en-US" b="0" i="0" smtClean="0">
                                <a:solidFill>
                                  <a:schemeClr val="bg1"/>
                                </a:solidFill>
                                <a:latin typeface="Cambria Math" panose="02040503050406030204" pitchFamily="18" charset="0"/>
                              </a:rPr>
                              <m:t>2</m:t>
                            </m:r>
                          </m:den>
                        </m:f>
                      </m:oMath>
                    </m:oMathPara>
                  </a14:m>
                  <a:endParaRPr lang="en-US" sz="1200" dirty="0">
                    <a:solidFill>
                      <a:schemeClr val="bg1"/>
                    </a:solidFill>
                  </a:endParaRPr>
                </a:p>
              </p:txBody>
            </p:sp>
          </mc:Choice>
          <mc:Fallback xmlns="">
            <p:sp>
              <p:nvSpPr>
                <p:cNvPr id="12" name="TextBox 11">
                  <a:extLst>
                    <a:ext uri="{FF2B5EF4-FFF2-40B4-BE49-F238E27FC236}">
                      <a16:creationId xmlns:a16="http://schemas.microsoft.com/office/drawing/2014/main" id="{54954FFD-4FB2-6E06-46D8-56C27FE37F88}"/>
                    </a:ext>
                  </a:extLst>
                </p:cNvPr>
                <p:cNvSpPr txBox="1">
                  <a:spLocks noRot="1" noChangeAspect="1" noMove="1" noResize="1" noEditPoints="1" noAdjustHandles="1" noChangeArrowheads="1" noChangeShapeType="1" noTextEdit="1"/>
                </p:cNvSpPr>
                <p:nvPr/>
              </p:nvSpPr>
              <p:spPr>
                <a:xfrm>
                  <a:off x="10431691" y="2202267"/>
                  <a:ext cx="617363" cy="80245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8529D86-EF8C-59F7-9F8A-E03DA4720E33}"/>
                    </a:ext>
                  </a:extLst>
                </p:cNvPr>
                <p:cNvSpPr txBox="1"/>
                <p:nvPr/>
              </p:nvSpPr>
              <p:spPr>
                <a:xfrm>
                  <a:off x="12929794" y="3846909"/>
                  <a:ext cx="617363" cy="79810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4</m:t>
                            </m:r>
                          </m:num>
                          <m:den>
                            <m:r>
                              <a:rPr lang="en-US" b="0" i="0" smtClean="0">
                                <a:solidFill>
                                  <a:schemeClr val="bg1"/>
                                </a:solidFill>
                                <a:latin typeface="Cambria Math" panose="02040503050406030204" pitchFamily="18" charset="0"/>
                              </a:rPr>
                              <m:t>2</m:t>
                            </m:r>
                          </m:den>
                        </m:f>
                      </m:oMath>
                    </m:oMathPara>
                  </a14:m>
                  <a:endParaRPr lang="en-US" sz="1200" dirty="0">
                    <a:solidFill>
                      <a:schemeClr val="bg1"/>
                    </a:solidFill>
                  </a:endParaRPr>
                </a:p>
              </p:txBody>
            </p:sp>
          </mc:Choice>
          <mc:Fallback xmlns="">
            <p:sp>
              <p:nvSpPr>
                <p:cNvPr id="14" name="TextBox 13">
                  <a:extLst>
                    <a:ext uri="{FF2B5EF4-FFF2-40B4-BE49-F238E27FC236}">
                      <a16:creationId xmlns:a16="http://schemas.microsoft.com/office/drawing/2014/main" id="{08529D86-EF8C-59F7-9F8A-E03DA4720E33}"/>
                    </a:ext>
                  </a:extLst>
                </p:cNvPr>
                <p:cNvSpPr txBox="1">
                  <a:spLocks noRot="1" noChangeAspect="1" noMove="1" noResize="1" noEditPoints="1" noAdjustHandles="1" noChangeArrowheads="1" noChangeShapeType="1" noTextEdit="1"/>
                </p:cNvSpPr>
                <p:nvPr/>
              </p:nvSpPr>
              <p:spPr>
                <a:xfrm>
                  <a:off x="12929794" y="3846909"/>
                  <a:ext cx="617363" cy="79810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513B2CE-2CCB-6A01-6BA3-A57DF921EE7E}"/>
                    </a:ext>
                  </a:extLst>
                </p:cNvPr>
                <p:cNvSpPr txBox="1"/>
                <p:nvPr/>
              </p:nvSpPr>
              <p:spPr>
                <a:xfrm>
                  <a:off x="10412683" y="7496562"/>
                  <a:ext cx="617363" cy="83646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5</m:t>
                            </m:r>
                          </m:num>
                          <m:den>
                            <m:r>
                              <a:rPr lang="en-US" b="0" i="0" smtClean="0">
                                <a:solidFill>
                                  <a:schemeClr val="bg1"/>
                                </a:solidFill>
                                <a:latin typeface="Cambria Math" panose="02040503050406030204" pitchFamily="18" charset="0"/>
                              </a:rPr>
                              <m:t>2</m:t>
                            </m:r>
                          </m:den>
                        </m:f>
                      </m:oMath>
                    </m:oMathPara>
                  </a14:m>
                  <a:endParaRPr lang="en-US" sz="1200" dirty="0">
                    <a:solidFill>
                      <a:schemeClr val="bg1"/>
                    </a:solidFill>
                  </a:endParaRPr>
                </a:p>
              </p:txBody>
            </p:sp>
          </mc:Choice>
          <mc:Fallback xmlns="">
            <p:sp>
              <p:nvSpPr>
                <p:cNvPr id="15" name="TextBox 14">
                  <a:extLst>
                    <a:ext uri="{FF2B5EF4-FFF2-40B4-BE49-F238E27FC236}">
                      <a16:creationId xmlns:a16="http://schemas.microsoft.com/office/drawing/2014/main" id="{F513B2CE-2CCB-6A01-6BA3-A57DF921EE7E}"/>
                    </a:ext>
                  </a:extLst>
                </p:cNvPr>
                <p:cNvSpPr txBox="1">
                  <a:spLocks noRot="1" noChangeAspect="1" noMove="1" noResize="1" noEditPoints="1" noAdjustHandles="1" noChangeArrowheads="1" noChangeShapeType="1" noTextEdit="1"/>
                </p:cNvSpPr>
                <p:nvPr/>
              </p:nvSpPr>
              <p:spPr>
                <a:xfrm>
                  <a:off x="10412683" y="7496562"/>
                  <a:ext cx="617363" cy="836467"/>
                </a:xfrm>
                <a:prstGeom prst="rect">
                  <a:avLst/>
                </a:prstGeom>
                <a:blipFill>
                  <a:blip r:embed="rId7"/>
                  <a:stretch>
                    <a:fillRect/>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D277B4FF-06CF-4A1F-A999-A2F72805DB30}"/>
                </a:ext>
              </a:extLst>
            </p:cNvPr>
            <p:cNvSpPr txBox="1"/>
            <p:nvPr/>
          </p:nvSpPr>
          <p:spPr>
            <a:xfrm>
              <a:off x="1923396" y="3594029"/>
              <a:ext cx="1944509" cy="522050"/>
            </a:xfrm>
            <a:prstGeom prst="rect">
              <a:avLst/>
            </a:prstGeom>
            <a:noFill/>
          </p:spPr>
          <p:txBody>
            <a:bodyPr wrap="square" rtlCol="0">
              <a:spAutoFit/>
            </a:bodyPr>
            <a:lstStyle/>
            <a:p>
              <a:r>
                <a:rPr lang="en-US" sz="1600" dirty="0">
                  <a:solidFill>
                    <a:schemeClr val="bg1"/>
                  </a:solidFill>
                </a:rPr>
                <a:t>Discovery</a:t>
              </a:r>
            </a:p>
          </p:txBody>
        </p:sp>
        <p:sp>
          <p:nvSpPr>
            <p:cNvPr id="17" name="TextBox 16">
              <a:extLst>
                <a:ext uri="{FF2B5EF4-FFF2-40B4-BE49-F238E27FC236}">
                  <a16:creationId xmlns:a16="http://schemas.microsoft.com/office/drawing/2014/main" id="{F260E83A-DE39-C484-E0F1-958E01B893A1}"/>
                </a:ext>
              </a:extLst>
            </p:cNvPr>
            <p:cNvSpPr txBox="1"/>
            <p:nvPr/>
          </p:nvSpPr>
          <p:spPr>
            <a:xfrm>
              <a:off x="2075828" y="4126873"/>
              <a:ext cx="1494340" cy="522050"/>
            </a:xfrm>
            <a:prstGeom prst="rect">
              <a:avLst/>
            </a:prstGeom>
            <a:noFill/>
          </p:spPr>
          <p:txBody>
            <a:bodyPr wrap="square" rtlCol="0">
              <a:spAutoFit/>
            </a:bodyPr>
            <a:lstStyle/>
            <a:p>
              <a:r>
                <a:rPr lang="en-US" sz="1600" dirty="0">
                  <a:solidFill>
                    <a:schemeClr val="bg1"/>
                  </a:solidFill>
                </a:rPr>
                <a:t>Low</a:t>
              </a:r>
            </a:p>
          </p:txBody>
        </p:sp>
        <p:cxnSp>
          <p:nvCxnSpPr>
            <p:cNvPr id="18" name="Straight Arrow Connector 17">
              <a:extLst>
                <a:ext uri="{FF2B5EF4-FFF2-40B4-BE49-F238E27FC236}">
                  <a16:creationId xmlns:a16="http://schemas.microsoft.com/office/drawing/2014/main" id="{4E52A037-4515-E655-3D25-83AE17C484A2}"/>
                </a:ext>
              </a:extLst>
            </p:cNvPr>
            <p:cNvCxnSpPr>
              <a:cxnSpLocks/>
            </p:cNvCxnSpPr>
            <p:nvPr/>
          </p:nvCxnSpPr>
          <p:spPr>
            <a:xfrm>
              <a:off x="3561102" y="3892509"/>
              <a:ext cx="834215" cy="0"/>
            </a:xfrm>
            <a:prstGeom prst="straightConnector1">
              <a:avLst/>
            </a:prstGeom>
            <a:ln w="5715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27A8B5A-CD12-8B49-DC95-A7C36A0165C3}"/>
                </a:ext>
              </a:extLst>
            </p:cNvPr>
            <p:cNvCxnSpPr>
              <a:cxnSpLocks/>
            </p:cNvCxnSpPr>
            <p:nvPr/>
          </p:nvCxnSpPr>
          <p:spPr>
            <a:xfrm>
              <a:off x="2993467" y="4393099"/>
              <a:ext cx="1296872" cy="0"/>
            </a:xfrm>
            <a:prstGeom prst="straightConnector1">
              <a:avLst/>
            </a:prstGeom>
            <a:ln w="5715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0F132FB-EA93-6B47-0018-BC1C9202495B}"/>
                </a:ext>
              </a:extLst>
            </p:cNvPr>
            <p:cNvCxnSpPr>
              <a:cxnSpLocks/>
            </p:cNvCxnSpPr>
            <p:nvPr/>
          </p:nvCxnSpPr>
          <p:spPr>
            <a:xfrm>
              <a:off x="5943600" y="4914284"/>
              <a:ext cx="2138516" cy="0"/>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B404AB4-6867-4F47-C228-84770DCB2D6B}"/>
                </a:ext>
              </a:extLst>
            </p:cNvPr>
            <p:cNvCxnSpPr>
              <a:cxnSpLocks/>
            </p:cNvCxnSpPr>
            <p:nvPr/>
          </p:nvCxnSpPr>
          <p:spPr>
            <a:xfrm flipV="1">
              <a:off x="9137660" y="3846909"/>
              <a:ext cx="994482" cy="782241"/>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56D48D6-3611-932B-0F83-85C376B402C8}"/>
                </a:ext>
              </a:extLst>
            </p:cNvPr>
            <p:cNvCxnSpPr>
              <a:cxnSpLocks/>
            </p:cNvCxnSpPr>
            <p:nvPr/>
          </p:nvCxnSpPr>
          <p:spPr>
            <a:xfrm flipH="1">
              <a:off x="11304052" y="5460328"/>
              <a:ext cx="1167135" cy="1091993"/>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FBF919E-9767-3335-1196-92A9FCB4C574}"/>
                </a:ext>
              </a:extLst>
            </p:cNvPr>
            <p:cNvCxnSpPr>
              <a:cxnSpLocks/>
            </p:cNvCxnSpPr>
            <p:nvPr/>
          </p:nvCxnSpPr>
          <p:spPr>
            <a:xfrm>
              <a:off x="11473294" y="3533012"/>
              <a:ext cx="1282751" cy="1132466"/>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9ED9EAD-8673-3813-9FA3-CB4B2F97F623}"/>
                </a:ext>
              </a:extLst>
            </p:cNvPr>
            <p:cNvCxnSpPr>
              <a:cxnSpLocks/>
            </p:cNvCxnSpPr>
            <p:nvPr/>
          </p:nvCxnSpPr>
          <p:spPr>
            <a:xfrm flipH="1" flipV="1">
              <a:off x="9043394" y="5718404"/>
              <a:ext cx="1114753" cy="1092115"/>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273592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FB342-3453-6581-5448-3F0AC4E849BD}"/>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05191FA9-B2E3-6EA2-1214-8C32CDE3A6CE}"/>
              </a:ext>
            </a:extLst>
          </p:cNvPr>
          <p:cNvSpPr>
            <a:spLocks noGrp="1"/>
          </p:cNvSpPr>
          <p:nvPr>
            <p:ph sz="half" idx="15"/>
          </p:nvPr>
        </p:nvSpPr>
        <p:spPr>
          <a:xfrm>
            <a:off x="1552575" y="1905004"/>
            <a:ext cx="6477952" cy="4212768"/>
          </a:xfrm>
        </p:spPr>
        <p:txBody>
          <a:bodyPr>
            <a:normAutofit/>
          </a:bodyPr>
          <a:lstStyle/>
          <a:p>
            <a:pPr marL="685800" indent="-685800" algn="just">
              <a:lnSpc>
                <a:spcPct val="150000"/>
              </a:lnSpc>
              <a:spcAft>
                <a:spcPts val="1200"/>
              </a:spcAft>
            </a:pPr>
            <a:r>
              <a:rPr lang="en-GB" sz="1800" dirty="0">
                <a:solidFill>
                  <a:schemeClr val="bg1"/>
                </a:solidFill>
              </a:rPr>
              <a:t>An edge (u, v) is a bridge if :</a:t>
            </a:r>
          </a:p>
          <a:p>
            <a:pPr marL="0" indent="0" algn="ctr">
              <a:lnSpc>
                <a:spcPct val="150000"/>
              </a:lnSpc>
              <a:spcAft>
                <a:spcPts val="1200"/>
              </a:spcAft>
              <a:buNone/>
            </a:pPr>
            <a:r>
              <a:rPr lang="en-GB" sz="1800" b="1" dirty="0" err="1">
                <a:solidFill>
                  <a:schemeClr val="bg1"/>
                </a:solidFill>
              </a:rPr>
              <a:t>Lowest_reachable_ancestor</a:t>
            </a:r>
            <a:r>
              <a:rPr lang="en-GB" sz="1800" b="1" dirty="0">
                <a:solidFill>
                  <a:schemeClr val="bg1"/>
                </a:solidFill>
              </a:rPr>
              <a:t>[v] &gt; discovery[u]</a:t>
            </a:r>
          </a:p>
          <a:p>
            <a:pPr marL="457200" indent="-457200">
              <a:lnSpc>
                <a:spcPct val="150000"/>
              </a:lnSpc>
              <a:spcAft>
                <a:spcPts val="1200"/>
              </a:spcAft>
              <a:buFont typeface="Arial" panose="020B0604020202020204" pitchFamily="34" charset="0"/>
              <a:buChar char="•"/>
            </a:pPr>
            <a:r>
              <a:rPr lang="en-GB" sz="1800" b="1" dirty="0">
                <a:solidFill>
                  <a:schemeClr val="bg1"/>
                </a:solidFill>
              </a:rPr>
              <a:t> Edge (A,B) : </a:t>
            </a:r>
            <a:r>
              <a:rPr lang="en-GB" sz="1800" dirty="0">
                <a:solidFill>
                  <a:schemeClr val="bg1"/>
                </a:solidFill>
              </a:rPr>
              <a:t>2 &gt; 1 is a bridge</a:t>
            </a:r>
          </a:p>
          <a:p>
            <a:pPr marL="457200" indent="-457200">
              <a:lnSpc>
                <a:spcPct val="150000"/>
              </a:lnSpc>
              <a:spcAft>
                <a:spcPts val="1200"/>
              </a:spcAft>
              <a:buFont typeface="Arial" panose="020B0604020202020204" pitchFamily="34" charset="0"/>
              <a:buChar char="•"/>
            </a:pPr>
            <a:r>
              <a:rPr lang="en-GB" sz="1800" b="1" dirty="0">
                <a:solidFill>
                  <a:schemeClr val="bg1"/>
                </a:solidFill>
              </a:rPr>
              <a:t>Edge (B,C) : </a:t>
            </a:r>
            <a:r>
              <a:rPr lang="en-GB" sz="1800" dirty="0">
                <a:solidFill>
                  <a:schemeClr val="bg1"/>
                </a:solidFill>
              </a:rPr>
              <a:t>2 &gt; 2 not a bridge</a:t>
            </a:r>
          </a:p>
          <a:p>
            <a:pPr marL="457200" indent="-457200">
              <a:lnSpc>
                <a:spcPct val="150000"/>
              </a:lnSpc>
              <a:spcAft>
                <a:spcPts val="1200"/>
              </a:spcAft>
              <a:buFont typeface="Arial" panose="020B0604020202020204" pitchFamily="34" charset="0"/>
              <a:buChar char="•"/>
            </a:pPr>
            <a:r>
              <a:rPr lang="en-GB" sz="1800" b="1" dirty="0">
                <a:solidFill>
                  <a:schemeClr val="bg1"/>
                </a:solidFill>
              </a:rPr>
              <a:t>Edge (C,D) : </a:t>
            </a:r>
            <a:r>
              <a:rPr lang="en-GB" sz="1800" dirty="0">
                <a:solidFill>
                  <a:schemeClr val="bg1"/>
                </a:solidFill>
              </a:rPr>
              <a:t>2 &gt; 3 not a bridge</a:t>
            </a:r>
          </a:p>
          <a:p>
            <a:pPr marL="457200" indent="-457200">
              <a:lnSpc>
                <a:spcPct val="150000"/>
              </a:lnSpc>
              <a:spcAft>
                <a:spcPts val="1200"/>
              </a:spcAft>
              <a:buFont typeface="Arial" panose="020B0604020202020204" pitchFamily="34" charset="0"/>
              <a:buChar char="•"/>
            </a:pPr>
            <a:r>
              <a:rPr lang="en-GB" sz="1800" b="1" dirty="0">
                <a:solidFill>
                  <a:schemeClr val="bg1"/>
                </a:solidFill>
              </a:rPr>
              <a:t>Edge (D,E) : </a:t>
            </a:r>
            <a:r>
              <a:rPr lang="en-GB" sz="1800" dirty="0">
                <a:solidFill>
                  <a:schemeClr val="bg1"/>
                </a:solidFill>
              </a:rPr>
              <a:t>2 &gt; 4 not a bridge</a:t>
            </a:r>
          </a:p>
          <a:p>
            <a:pPr marL="457200" indent="-457200">
              <a:lnSpc>
                <a:spcPct val="150000"/>
              </a:lnSpc>
              <a:spcAft>
                <a:spcPts val="1200"/>
              </a:spcAft>
              <a:buFont typeface="Arial" panose="020B0604020202020204" pitchFamily="34" charset="0"/>
              <a:buChar char="•"/>
            </a:pPr>
            <a:r>
              <a:rPr lang="en-GB" sz="1800" b="1" dirty="0">
                <a:solidFill>
                  <a:schemeClr val="bg1"/>
                </a:solidFill>
              </a:rPr>
              <a:t>Edge (E, B) : </a:t>
            </a:r>
            <a:r>
              <a:rPr lang="en-GB" sz="1800" dirty="0">
                <a:solidFill>
                  <a:schemeClr val="bg1"/>
                </a:solidFill>
              </a:rPr>
              <a:t>2 &gt; 5 not a bridge</a:t>
            </a:r>
          </a:p>
          <a:p>
            <a:pPr marL="457200" indent="-457200">
              <a:spcAft>
                <a:spcPts val="1200"/>
              </a:spcAft>
              <a:buFont typeface="Arial" panose="020B0604020202020204" pitchFamily="34" charset="0"/>
              <a:buChar char="•"/>
            </a:pPr>
            <a:endParaRPr lang="en-GB" sz="1800" b="1" dirty="0">
              <a:solidFill>
                <a:schemeClr val="bg1"/>
              </a:solidFill>
            </a:endParaRPr>
          </a:p>
          <a:p>
            <a:pPr marL="457200" indent="-457200">
              <a:spcAft>
                <a:spcPts val="1200"/>
              </a:spcAft>
              <a:buFont typeface="Arial" panose="020B0604020202020204" pitchFamily="34" charset="0"/>
              <a:buChar char="•"/>
            </a:pPr>
            <a:endParaRPr lang="en-GB" sz="1800" b="1" dirty="0">
              <a:solidFill>
                <a:schemeClr val="bg1"/>
              </a:solidFill>
            </a:endParaRPr>
          </a:p>
          <a:p>
            <a:pPr marL="457200" indent="-457200">
              <a:spcAft>
                <a:spcPts val="1200"/>
              </a:spcAft>
              <a:buFont typeface="Arial" panose="020B0604020202020204" pitchFamily="34" charset="0"/>
              <a:buChar char="•"/>
            </a:pPr>
            <a:endParaRPr lang="en-GB" sz="1800" b="1" dirty="0">
              <a:solidFill>
                <a:schemeClr val="bg1"/>
              </a:solidFill>
            </a:endParaRPr>
          </a:p>
          <a:p>
            <a:endParaRPr lang="en-US" sz="1800" dirty="0"/>
          </a:p>
          <a:p>
            <a:endParaRPr lang="en-US" dirty="0"/>
          </a:p>
        </p:txBody>
      </p:sp>
      <p:sp>
        <p:nvSpPr>
          <p:cNvPr id="5" name="Slide Number Placeholder 4">
            <a:extLst>
              <a:ext uri="{FF2B5EF4-FFF2-40B4-BE49-F238E27FC236}">
                <a16:creationId xmlns:a16="http://schemas.microsoft.com/office/drawing/2014/main" id="{7F6635CC-4A5F-5C61-3E0F-535F505CD3B7}"/>
              </a:ext>
            </a:extLst>
          </p:cNvPr>
          <p:cNvSpPr>
            <a:spLocks noGrp="1"/>
          </p:cNvSpPr>
          <p:nvPr>
            <p:ph type="sldNum" sz="quarter" idx="12"/>
          </p:nvPr>
        </p:nvSpPr>
        <p:spPr/>
        <p:txBody>
          <a:bodyPr/>
          <a:lstStyle/>
          <a:p>
            <a:fld id="{B5CEABB6-07DC-46E8-9B57-56EC44A396E5}" type="slidenum">
              <a:rPr lang="en-US" smtClean="0"/>
              <a:pPr/>
              <a:t>17</a:t>
            </a:fld>
            <a:endParaRPr lang="en-US" dirty="0"/>
          </a:p>
        </p:txBody>
      </p:sp>
      <p:grpSp>
        <p:nvGrpSpPr>
          <p:cNvPr id="6" name="Group 5">
            <a:extLst>
              <a:ext uri="{FF2B5EF4-FFF2-40B4-BE49-F238E27FC236}">
                <a16:creationId xmlns:a16="http://schemas.microsoft.com/office/drawing/2014/main" id="{81E74E31-11A2-BC7C-E1E6-25E439A0622B}"/>
              </a:ext>
            </a:extLst>
          </p:cNvPr>
          <p:cNvGrpSpPr/>
          <p:nvPr/>
        </p:nvGrpSpPr>
        <p:grpSpPr>
          <a:xfrm>
            <a:off x="6031058" y="1986036"/>
            <a:ext cx="5880226" cy="3975853"/>
            <a:chOff x="4740843" y="2202267"/>
            <a:chExt cx="8806314" cy="6130762"/>
          </a:xfrm>
        </p:grpSpPr>
        <p:grpSp>
          <p:nvGrpSpPr>
            <p:cNvPr id="7" name="Group 6">
              <a:extLst>
                <a:ext uri="{FF2B5EF4-FFF2-40B4-BE49-F238E27FC236}">
                  <a16:creationId xmlns:a16="http://schemas.microsoft.com/office/drawing/2014/main" id="{AAD57B92-B680-2493-5DE5-D791DCD2F5CF}"/>
                </a:ext>
              </a:extLst>
            </p:cNvPr>
            <p:cNvGrpSpPr/>
            <p:nvPr/>
          </p:nvGrpSpPr>
          <p:grpSpPr>
            <a:xfrm>
              <a:off x="4740843" y="3152934"/>
              <a:ext cx="8806314" cy="4188538"/>
              <a:chOff x="2937991" y="2642573"/>
              <a:chExt cx="8806314" cy="4188538"/>
            </a:xfrm>
          </p:grpSpPr>
          <p:sp>
            <p:nvSpPr>
              <p:cNvPr id="22" name="Oval 21">
                <a:extLst>
                  <a:ext uri="{FF2B5EF4-FFF2-40B4-BE49-F238E27FC236}">
                    <a16:creationId xmlns:a16="http://schemas.microsoft.com/office/drawing/2014/main" id="{68A57542-689B-729F-E952-3D502C1A7AD7}"/>
                  </a:ext>
                </a:extLst>
              </p:cNvPr>
              <p:cNvSpPr/>
              <p:nvPr/>
            </p:nvSpPr>
            <p:spPr>
              <a:xfrm>
                <a:off x="2937991" y="4277032"/>
                <a:ext cx="926845" cy="866466"/>
              </a:xfrm>
              <a:prstGeom prst="ellipse">
                <a:avLst/>
              </a:prstGeom>
              <a:solidFill>
                <a:schemeClr val="bg2">
                  <a:lumMod val="75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A</a:t>
                </a:r>
              </a:p>
            </p:txBody>
          </p:sp>
          <p:sp>
            <p:nvSpPr>
              <p:cNvPr id="23" name="Oval 22">
                <a:extLst>
                  <a:ext uri="{FF2B5EF4-FFF2-40B4-BE49-F238E27FC236}">
                    <a16:creationId xmlns:a16="http://schemas.microsoft.com/office/drawing/2014/main" id="{76AD3ACF-4D27-3CFB-61E1-62F00CF90CCB}"/>
                  </a:ext>
                </a:extLst>
              </p:cNvPr>
              <p:cNvSpPr>
                <a:spLocks/>
              </p:cNvSpPr>
              <p:nvPr/>
            </p:nvSpPr>
            <p:spPr>
              <a:xfrm>
                <a:off x="6543696" y="4256439"/>
                <a:ext cx="926845" cy="866466"/>
              </a:xfrm>
              <a:prstGeom prst="ellipse">
                <a:avLst/>
              </a:prstGeom>
              <a:solidFill>
                <a:schemeClr val="bg2">
                  <a:lumMod val="75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B</a:t>
                </a:r>
              </a:p>
            </p:txBody>
          </p:sp>
          <p:sp>
            <p:nvSpPr>
              <p:cNvPr id="24" name="Oval 23">
                <a:extLst>
                  <a:ext uri="{FF2B5EF4-FFF2-40B4-BE49-F238E27FC236}">
                    <a16:creationId xmlns:a16="http://schemas.microsoft.com/office/drawing/2014/main" id="{F669E59E-EBB1-07AB-DE52-2DD8ADB8745B}"/>
                  </a:ext>
                </a:extLst>
              </p:cNvPr>
              <p:cNvSpPr/>
              <p:nvPr/>
            </p:nvSpPr>
            <p:spPr>
              <a:xfrm>
                <a:off x="8474099" y="2642573"/>
                <a:ext cx="926845" cy="866466"/>
              </a:xfrm>
              <a:prstGeom prst="ellipse">
                <a:avLst/>
              </a:prstGeom>
              <a:solidFill>
                <a:schemeClr val="bg2">
                  <a:lumMod val="75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C</a:t>
                </a:r>
              </a:p>
            </p:txBody>
          </p:sp>
          <p:sp>
            <p:nvSpPr>
              <p:cNvPr id="25" name="Oval 24">
                <a:extLst>
                  <a:ext uri="{FF2B5EF4-FFF2-40B4-BE49-F238E27FC236}">
                    <a16:creationId xmlns:a16="http://schemas.microsoft.com/office/drawing/2014/main" id="{F1F3BA48-88E3-17D1-EB7F-711F019C5501}"/>
                  </a:ext>
                </a:extLst>
              </p:cNvPr>
              <p:cNvSpPr/>
              <p:nvPr/>
            </p:nvSpPr>
            <p:spPr>
              <a:xfrm>
                <a:off x="10817460" y="4277032"/>
                <a:ext cx="926845" cy="866466"/>
              </a:xfrm>
              <a:prstGeom prst="ellipse">
                <a:avLst/>
              </a:prstGeom>
              <a:solidFill>
                <a:schemeClr val="bg2">
                  <a:lumMod val="75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D</a:t>
                </a:r>
              </a:p>
            </p:txBody>
          </p:sp>
          <p:sp>
            <p:nvSpPr>
              <p:cNvPr id="26" name="Oval 25">
                <a:extLst>
                  <a:ext uri="{FF2B5EF4-FFF2-40B4-BE49-F238E27FC236}">
                    <a16:creationId xmlns:a16="http://schemas.microsoft.com/office/drawing/2014/main" id="{40D46EB3-721E-BCAC-E990-90B5EE94EEF0}"/>
                  </a:ext>
                </a:extLst>
              </p:cNvPr>
              <p:cNvSpPr/>
              <p:nvPr/>
            </p:nvSpPr>
            <p:spPr>
              <a:xfrm>
                <a:off x="8474099" y="5964645"/>
                <a:ext cx="926845" cy="866466"/>
              </a:xfrm>
              <a:prstGeom prst="ellipse">
                <a:avLst/>
              </a:prstGeom>
              <a:solidFill>
                <a:schemeClr val="bg2">
                  <a:lumMod val="75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E</a:t>
                </a:r>
              </a:p>
            </p:txBody>
          </p:sp>
          <p:cxnSp>
            <p:nvCxnSpPr>
              <p:cNvPr id="27" name="Straight Connector 26">
                <a:extLst>
                  <a:ext uri="{FF2B5EF4-FFF2-40B4-BE49-F238E27FC236}">
                    <a16:creationId xmlns:a16="http://schemas.microsoft.com/office/drawing/2014/main" id="{BABB0AF0-FF34-F626-AC7F-0B0E5DB734D8}"/>
                  </a:ext>
                </a:extLst>
              </p:cNvPr>
              <p:cNvCxnSpPr>
                <a:stCxn id="22" idx="6"/>
                <a:endCxn id="23" idx="2"/>
              </p:cNvCxnSpPr>
              <p:nvPr/>
            </p:nvCxnSpPr>
            <p:spPr>
              <a:xfrm flipV="1">
                <a:off x="3864836" y="4689672"/>
                <a:ext cx="2678860" cy="20593"/>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941AE07-8D68-BC62-2F2F-67B10DF9EF8D}"/>
                  </a:ext>
                </a:extLst>
              </p:cNvPr>
              <p:cNvCxnSpPr>
                <a:cxnSpLocks/>
                <a:stCxn id="23" idx="7"/>
                <a:endCxn id="24" idx="3"/>
              </p:cNvCxnSpPr>
              <p:nvPr/>
            </p:nvCxnSpPr>
            <p:spPr>
              <a:xfrm flipV="1">
                <a:off x="7334808" y="3382148"/>
                <a:ext cx="1275024" cy="1001182"/>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12A7E0A-9EFB-A94D-879F-2B12AB19571A}"/>
                  </a:ext>
                </a:extLst>
              </p:cNvPr>
              <p:cNvCxnSpPr>
                <a:cxnSpLocks/>
                <a:stCxn id="26" idx="6"/>
                <a:endCxn id="25" idx="3"/>
              </p:cNvCxnSpPr>
              <p:nvPr/>
            </p:nvCxnSpPr>
            <p:spPr>
              <a:xfrm flipV="1">
                <a:off x="9400944" y="5016607"/>
                <a:ext cx="1552249" cy="1381271"/>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AD44048-9CF5-77DF-30D7-971DCE979BBC}"/>
                  </a:ext>
                </a:extLst>
              </p:cNvPr>
              <p:cNvCxnSpPr>
                <a:cxnSpLocks/>
                <a:stCxn id="23" idx="5"/>
              </p:cNvCxnSpPr>
              <p:nvPr/>
            </p:nvCxnSpPr>
            <p:spPr>
              <a:xfrm>
                <a:off x="7334808" y="4996014"/>
                <a:ext cx="1239547" cy="1219005"/>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5D90A10-BCE9-6D76-E686-09F1B3C2818F}"/>
                  </a:ext>
                </a:extLst>
              </p:cNvPr>
              <p:cNvCxnSpPr>
                <a:cxnSpLocks/>
                <a:stCxn id="24" idx="6"/>
                <a:endCxn id="25" idx="1"/>
              </p:cNvCxnSpPr>
              <p:nvPr/>
            </p:nvCxnSpPr>
            <p:spPr>
              <a:xfrm>
                <a:off x="9400944" y="3075806"/>
                <a:ext cx="1552249" cy="1328117"/>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B139814-6AF0-37EA-8266-593B872624A7}"/>
                    </a:ext>
                  </a:extLst>
                </p:cNvPr>
                <p:cNvSpPr txBox="1"/>
                <p:nvPr/>
              </p:nvSpPr>
              <p:spPr>
                <a:xfrm>
                  <a:off x="4895582" y="5898974"/>
                  <a:ext cx="617363" cy="7996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a:solidFill>
                                  <a:schemeClr val="bg1"/>
                                </a:solidFill>
                                <a:latin typeface="Cambria Math" panose="02040503050406030204" pitchFamily="18" charset="0"/>
                              </a:rPr>
                              <m:t>1</m:t>
                            </m:r>
                          </m:num>
                          <m:den>
                            <m:r>
                              <a:rPr lang="en-US" i="0">
                                <a:solidFill>
                                  <a:schemeClr val="bg1"/>
                                </a:solidFill>
                                <a:latin typeface="Cambria Math" panose="02040503050406030204" pitchFamily="18" charset="0"/>
                              </a:rPr>
                              <m:t>1</m:t>
                            </m:r>
                          </m:den>
                        </m:f>
                      </m:oMath>
                    </m:oMathPara>
                  </a14:m>
                  <a:endParaRPr lang="en-US" dirty="0">
                    <a:solidFill>
                      <a:schemeClr val="bg1"/>
                    </a:solidFill>
                  </a:endParaRPr>
                </a:p>
              </p:txBody>
            </p:sp>
          </mc:Choice>
          <mc:Fallback xmlns="">
            <p:sp>
              <p:nvSpPr>
                <p:cNvPr id="8" name="TextBox 7">
                  <a:extLst>
                    <a:ext uri="{FF2B5EF4-FFF2-40B4-BE49-F238E27FC236}">
                      <a16:creationId xmlns:a16="http://schemas.microsoft.com/office/drawing/2014/main" id="{DB139814-6AF0-37EA-8266-593B872624A7}"/>
                    </a:ext>
                  </a:extLst>
                </p:cNvPr>
                <p:cNvSpPr txBox="1">
                  <a:spLocks noRot="1" noChangeAspect="1" noMove="1" noResize="1" noEditPoints="1" noAdjustHandles="1" noChangeArrowheads="1" noChangeShapeType="1" noTextEdit="1"/>
                </p:cNvSpPr>
                <p:nvPr/>
              </p:nvSpPr>
              <p:spPr>
                <a:xfrm>
                  <a:off x="4895582" y="5898974"/>
                  <a:ext cx="617363" cy="79968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4FC9938-5AA7-1E3A-1EBA-A0E3A25C8543}"/>
                    </a:ext>
                  </a:extLst>
                </p:cNvPr>
                <p:cNvSpPr txBox="1"/>
                <p:nvPr/>
              </p:nvSpPr>
              <p:spPr>
                <a:xfrm>
                  <a:off x="8192605" y="3822520"/>
                  <a:ext cx="617363" cy="7996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2</m:t>
                            </m:r>
                          </m:num>
                          <m:den>
                            <m:r>
                              <a:rPr lang="en-US" b="0" i="0" smtClean="0">
                                <a:solidFill>
                                  <a:schemeClr val="bg1"/>
                                </a:solidFill>
                                <a:latin typeface="Cambria Math" panose="02040503050406030204" pitchFamily="18" charset="0"/>
                              </a:rPr>
                              <m:t>2</m:t>
                            </m:r>
                          </m:den>
                        </m:f>
                      </m:oMath>
                    </m:oMathPara>
                  </a14:m>
                  <a:endParaRPr lang="en-US" sz="1200" dirty="0">
                    <a:solidFill>
                      <a:schemeClr val="bg1"/>
                    </a:solidFill>
                  </a:endParaRPr>
                </a:p>
              </p:txBody>
            </p:sp>
          </mc:Choice>
          <mc:Fallback xmlns="">
            <p:sp>
              <p:nvSpPr>
                <p:cNvPr id="9" name="TextBox 8">
                  <a:extLst>
                    <a:ext uri="{FF2B5EF4-FFF2-40B4-BE49-F238E27FC236}">
                      <a16:creationId xmlns:a16="http://schemas.microsoft.com/office/drawing/2014/main" id="{64FC9938-5AA7-1E3A-1EBA-A0E3A25C8543}"/>
                    </a:ext>
                  </a:extLst>
                </p:cNvPr>
                <p:cNvSpPr txBox="1">
                  <a:spLocks noRot="1" noChangeAspect="1" noMove="1" noResize="1" noEditPoints="1" noAdjustHandles="1" noChangeArrowheads="1" noChangeShapeType="1" noTextEdit="1"/>
                </p:cNvSpPr>
                <p:nvPr/>
              </p:nvSpPr>
              <p:spPr>
                <a:xfrm>
                  <a:off x="8192605" y="3822520"/>
                  <a:ext cx="617363" cy="79968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EBAEFAE-F8AB-A7D2-7AF4-8EDA2C159696}"/>
                    </a:ext>
                  </a:extLst>
                </p:cNvPr>
                <p:cNvSpPr txBox="1"/>
                <p:nvPr/>
              </p:nvSpPr>
              <p:spPr>
                <a:xfrm>
                  <a:off x="10431691" y="2202267"/>
                  <a:ext cx="617363" cy="80245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3</m:t>
                            </m:r>
                          </m:num>
                          <m:den>
                            <m:r>
                              <a:rPr lang="en-US" b="0" i="0" smtClean="0">
                                <a:solidFill>
                                  <a:schemeClr val="bg1"/>
                                </a:solidFill>
                                <a:latin typeface="Cambria Math" panose="02040503050406030204" pitchFamily="18" charset="0"/>
                              </a:rPr>
                              <m:t>2</m:t>
                            </m:r>
                          </m:den>
                        </m:f>
                      </m:oMath>
                    </m:oMathPara>
                  </a14:m>
                  <a:endParaRPr lang="en-US" sz="1200" dirty="0">
                    <a:solidFill>
                      <a:schemeClr val="bg1"/>
                    </a:solidFill>
                  </a:endParaRPr>
                </a:p>
              </p:txBody>
            </p:sp>
          </mc:Choice>
          <mc:Fallback xmlns="">
            <p:sp>
              <p:nvSpPr>
                <p:cNvPr id="10" name="TextBox 9">
                  <a:extLst>
                    <a:ext uri="{FF2B5EF4-FFF2-40B4-BE49-F238E27FC236}">
                      <a16:creationId xmlns:a16="http://schemas.microsoft.com/office/drawing/2014/main" id="{6EBAEFAE-F8AB-A7D2-7AF4-8EDA2C159696}"/>
                    </a:ext>
                  </a:extLst>
                </p:cNvPr>
                <p:cNvSpPr txBox="1">
                  <a:spLocks noRot="1" noChangeAspect="1" noMove="1" noResize="1" noEditPoints="1" noAdjustHandles="1" noChangeArrowheads="1" noChangeShapeType="1" noTextEdit="1"/>
                </p:cNvSpPr>
                <p:nvPr/>
              </p:nvSpPr>
              <p:spPr>
                <a:xfrm>
                  <a:off x="10431691" y="2202267"/>
                  <a:ext cx="617363" cy="80245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DD429B2-1769-7BB2-E7C0-839B88E2A281}"/>
                    </a:ext>
                  </a:extLst>
                </p:cNvPr>
                <p:cNvSpPr txBox="1"/>
                <p:nvPr/>
              </p:nvSpPr>
              <p:spPr>
                <a:xfrm>
                  <a:off x="12929794" y="3846909"/>
                  <a:ext cx="617363" cy="79810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4</m:t>
                            </m:r>
                          </m:num>
                          <m:den>
                            <m:r>
                              <a:rPr lang="en-US" b="0" i="0" smtClean="0">
                                <a:solidFill>
                                  <a:schemeClr val="bg1"/>
                                </a:solidFill>
                                <a:latin typeface="Cambria Math" panose="02040503050406030204" pitchFamily="18" charset="0"/>
                              </a:rPr>
                              <m:t>2</m:t>
                            </m:r>
                          </m:den>
                        </m:f>
                      </m:oMath>
                    </m:oMathPara>
                  </a14:m>
                  <a:endParaRPr lang="en-US" sz="1200" dirty="0">
                    <a:solidFill>
                      <a:schemeClr val="bg1"/>
                    </a:solidFill>
                  </a:endParaRPr>
                </a:p>
              </p:txBody>
            </p:sp>
          </mc:Choice>
          <mc:Fallback xmlns="">
            <p:sp>
              <p:nvSpPr>
                <p:cNvPr id="11" name="TextBox 10">
                  <a:extLst>
                    <a:ext uri="{FF2B5EF4-FFF2-40B4-BE49-F238E27FC236}">
                      <a16:creationId xmlns:a16="http://schemas.microsoft.com/office/drawing/2014/main" id="{5DD429B2-1769-7BB2-E7C0-839B88E2A281}"/>
                    </a:ext>
                  </a:extLst>
                </p:cNvPr>
                <p:cNvSpPr txBox="1">
                  <a:spLocks noRot="1" noChangeAspect="1" noMove="1" noResize="1" noEditPoints="1" noAdjustHandles="1" noChangeArrowheads="1" noChangeShapeType="1" noTextEdit="1"/>
                </p:cNvSpPr>
                <p:nvPr/>
              </p:nvSpPr>
              <p:spPr>
                <a:xfrm>
                  <a:off x="12929794" y="3846909"/>
                  <a:ext cx="617363" cy="79810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22A7167-36EB-2635-9D2E-717CF148D3FC}"/>
                    </a:ext>
                  </a:extLst>
                </p:cNvPr>
                <p:cNvSpPr txBox="1"/>
                <p:nvPr/>
              </p:nvSpPr>
              <p:spPr>
                <a:xfrm>
                  <a:off x="10412683" y="7496562"/>
                  <a:ext cx="617363" cy="83646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5</m:t>
                            </m:r>
                          </m:num>
                          <m:den>
                            <m:r>
                              <a:rPr lang="en-US" b="0" i="0" smtClean="0">
                                <a:solidFill>
                                  <a:schemeClr val="bg1"/>
                                </a:solidFill>
                                <a:latin typeface="Cambria Math" panose="02040503050406030204" pitchFamily="18" charset="0"/>
                              </a:rPr>
                              <m:t>2</m:t>
                            </m:r>
                          </m:den>
                        </m:f>
                      </m:oMath>
                    </m:oMathPara>
                  </a14:m>
                  <a:endParaRPr lang="en-US" sz="1200" dirty="0">
                    <a:solidFill>
                      <a:schemeClr val="bg1"/>
                    </a:solidFill>
                  </a:endParaRPr>
                </a:p>
              </p:txBody>
            </p:sp>
          </mc:Choice>
          <mc:Fallback xmlns="">
            <p:sp>
              <p:nvSpPr>
                <p:cNvPr id="12" name="TextBox 11">
                  <a:extLst>
                    <a:ext uri="{FF2B5EF4-FFF2-40B4-BE49-F238E27FC236}">
                      <a16:creationId xmlns:a16="http://schemas.microsoft.com/office/drawing/2014/main" id="{E22A7167-36EB-2635-9D2E-717CF148D3FC}"/>
                    </a:ext>
                  </a:extLst>
                </p:cNvPr>
                <p:cNvSpPr txBox="1">
                  <a:spLocks noRot="1" noChangeAspect="1" noMove="1" noResize="1" noEditPoints="1" noAdjustHandles="1" noChangeArrowheads="1" noChangeShapeType="1" noTextEdit="1"/>
                </p:cNvSpPr>
                <p:nvPr/>
              </p:nvSpPr>
              <p:spPr>
                <a:xfrm>
                  <a:off x="10412683" y="7496562"/>
                  <a:ext cx="617363" cy="836467"/>
                </a:xfrm>
                <a:prstGeom prst="rect">
                  <a:avLst/>
                </a:prstGeom>
                <a:blipFill>
                  <a:blip r:embed="rId6"/>
                  <a:stretch>
                    <a:fillRect/>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2001F9F1-9DF1-6ABE-DF0E-207D48A217BD}"/>
                </a:ext>
              </a:extLst>
            </p:cNvPr>
            <p:cNvSpPr txBox="1"/>
            <p:nvPr/>
          </p:nvSpPr>
          <p:spPr>
            <a:xfrm>
              <a:off x="6206187" y="5776768"/>
              <a:ext cx="1944509" cy="522050"/>
            </a:xfrm>
            <a:prstGeom prst="rect">
              <a:avLst/>
            </a:prstGeom>
            <a:noFill/>
          </p:spPr>
          <p:txBody>
            <a:bodyPr wrap="square" rtlCol="0">
              <a:spAutoFit/>
            </a:bodyPr>
            <a:lstStyle/>
            <a:p>
              <a:r>
                <a:rPr lang="en-US" sz="1600" dirty="0">
                  <a:solidFill>
                    <a:schemeClr val="bg1"/>
                  </a:solidFill>
                </a:rPr>
                <a:t>Discovery</a:t>
              </a:r>
            </a:p>
          </p:txBody>
        </p:sp>
        <p:sp>
          <p:nvSpPr>
            <p:cNvPr id="14" name="TextBox 13">
              <a:extLst>
                <a:ext uri="{FF2B5EF4-FFF2-40B4-BE49-F238E27FC236}">
                  <a16:creationId xmlns:a16="http://schemas.microsoft.com/office/drawing/2014/main" id="{07279C4C-91EE-90D9-0B9B-2ADFBD6A42D0}"/>
                </a:ext>
              </a:extLst>
            </p:cNvPr>
            <p:cNvSpPr txBox="1"/>
            <p:nvPr/>
          </p:nvSpPr>
          <p:spPr>
            <a:xfrm>
              <a:off x="6304058" y="6291296"/>
              <a:ext cx="1494340" cy="522050"/>
            </a:xfrm>
            <a:prstGeom prst="rect">
              <a:avLst/>
            </a:prstGeom>
            <a:noFill/>
          </p:spPr>
          <p:txBody>
            <a:bodyPr wrap="square" rtlCol="0">
              <a:spAutoFit/>
            </a:bodyPr>
            <a:lstStyle/>
            <a:p>
              <a:r>
                <a:rPr lang="en-US" sz="1600" dirty="0">
                  <a:solidFill>
                    <a:schemeClr val="bg1"/>
                  </a:solidFill>
                </a:rPr>
                <a:t>Low</a:t>
              </a:r>
            </a:p>
          </p:txBody>
        </p:sp>
        <p:cxnSp>
          <p:nvCxnSpPr>
            <p:cNvPr id="15" name="Straight Arrow Connector 14">
              <a:extLst>
                <a:ext uri="{FF2B5EF4-FFF2-40B4-BE49-F238E27FC236}">
                  <a16:creationId xmlns:a16="http://schemas.microsoft.com/office/drawing/2014/main" id="{897D9B4E-DA6D-373D-4A09-DA6548EAFC9B}"/>
                </a:ext>
              </a:extLst>
            </p:cNvPr>
            <p:cNvCxnSpPr>
              <a:cxnSpLocks/>
            </p:cNvCxnSpPr>
            <p:nvPr/>
          </p:nvCxnSpPr>
          <p:spPr>
            <a:xfrm>
              <a:off x="5421938" y="6037793"/>
              <a:ext cx="834215" cy="0"/>
            </a:xfrm>
            <a:prstGeom prst="straightConnector1">
              <a:avLst/>
            </a:prstGeom>
            <a:ln w="5715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651B479-2AE4-EED1-DA92-12F6399A6E67}"/>
                </a:ext>
              </a:extLst>
            </p:cNvPr>
            <p:cNvCxnSpPr>
              <a:cxnSpLocks/>
              <a:endCxn id="14" idx="1"/>
            </p:cNvCxnSpPr>
            <p:nvPr/>
          </p:nvCxnSpPr>
          <p:spPr>
            <a:xfrm>
              <a:off x="5421937" y="6552321"/>
              <a:ext cx="882121" cy="0"/>
            </a:xfrm>
            <a:prstGeom prst="straightConnector1">
              <a:avLst/>
            </a:prstGeom>
            <a:ln w="5715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37130D1-02B8-C191-F6FF-6B5D8ECB497B}"/>
                </a:ext>
              </a:extLst>
            </p:cNvPr>
            <p:cNvCxnSpPr>
              <a:cxnSpLocks/>
            </p:cNvCxnSpPr>
            <p:nvPr/>
          </p:nvCxnSpPr>
          <p:spPr>
            <a:xfrm>
              <a:off x="5943600" y="4914284"/>
              <a:ext cx="2138516" cy="0"/>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66F182B-DE2A-4FF7-F606-6965C0BC0661}"/>
                </a:ext>
              </a:extLst>
            </p:cNvPr>
            <p:cNvCxnSpPr>
              <a:cxnSpLocks/>
            </p:cNvCxnSpPr>
            <p:nvPr/>
          </p:nvCxnSpPr>
          <p:spPr>
            <a:xfrm flipV="1">
              <a:off x="9137660" y="3846909"/>
              <a:ext cx="994482" cy="782241"/>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E368BD9-F4DB-5504-D0BF-1666602D5CDD}"/>
                </a:ext>
              </a:extLst>
            </p:cNvPr>
            <p:cNvCxnSpPr>
              <a:cxnSpLocks/>
            </p:cNvCxnSpPr>
            <p:nvPr/>
          </p:nvCxnSpPr>
          <p:spPr>
            <a:xfrm flipH="1">
              <a:off x="11304052" y="5460328"/>
              <a:ext cx="1167135" cy="1091993"/>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69358F7-C4DB-2CE7-3BDC-D10329336F95}"/>
                </a:ext>
              </a:extLst>
            </p:cNvPr>
            <p:cNvCxnSpPr>
              <a:cxnSpLocks/>
            </p:cNvCxnSpPr>
            <p:nvPr/>
          </p:nvCxnSpPr>
          <p:spPr>
            <a:xfrm>
              <a:off x="11473294" y="3533012"/>
              <a:ext cx="1282751" cy="1132466"/>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2EE6611-2329-0DD8-F96D-071B73BE149E}"/>
                </a:ext>
              </a:extLst>
            </p:cNvPr>
            <p:cNvCxnSpPr>
              <a:cxnSpLocks/>
            </p:cNvCxnSpPr>
            <p:nvPr/>
          </p:nvCxnSpPr>
          <p:spPr>
            <a:xfrm flipH="1" flipV="1">
              <a:off x="9043394" y="5718404"/>
              <a:ext cx="1114753" cy="1092115"/>
            </a:xfrm>
            <a:prstGeom prst="straightConnector1">
              <a:avLst/>
            </a:prstGeom>
            <a:ln w="38100">
              <a:solidFill>
                <a:schemeClr val="bg1">
                  <a:lumMod val="95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670850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5192486" y="1643743"/>
            <a:ext cx="5671457" cy="2188028"/>
          </a:xfrm>
        </p:spPr>
        <p:txBody>
          <a:bodyPr>
            <a:normAutofit/>
          </a:bodyPr>
          <a:lstStyle/>
          <a:p>
            <a:r>
              <a:rPr lang="en-US" sz="6600" dirty="0"/>
              <a:t>Code Demo</a:t>
            </a:r>
          </a:p>
        </p:txBody>
      </p:sp>
      <p:sp>
        <p:nvSpPr>
          <p:cNvPr id="3" name="TextBox 2">
            <a:extLst>
              <a:ext uri="{FF2B5EF4-FFF2-40B4-BE49-F238E27FC236}">
                <a16:creationId xmlns:a16="http://schemas.microsoft.com/office/drawing/2014/main" id="{60CF089E-BA12-8E3F-6EFF-B1B5093E3A0E}"/>
              </a:ext>
            </a:extLst>
          </p:cNvPr>
          <p:cNvSpPr txBox="1"/>
          <p:nvPr/>
        </p:nvSpPr>
        <p:spPr>
          <a:xfrm>
            <a:off x="5377070" y="3717235"/>
            <a:ext cx="5307495" cy="369332"/>
          </a:xfrm>
          <a:prstGeom prst="rect">
            <a:avLst/>
          </a:prstGeom>
          <a:noFill/>
        </p:spPr>
        <p:txBody>
          <a:bodyPr wrap="square" rtlCol="0">
            <a:spAutoFit/>
          </a:bodyPr>
          <a:lstStyle/>
          <a:p>
            <a:r>
              <a:rPr lang="en-US" dirty="0"/>
              <a:t>https://github.com/Awaiz27/Bridges_in_Graphs</a:t>
            </a:r>
          </a:p>
        </p:txBody>
      </p:sp>
    </p:spTree>
    <p:extLst>
      <p:ext uri="{BB962C8B-B14F-4D97-AF65-F5344CB8AC3E}">
        <p14:creationId xmlns:p14="http://schemas.microsoft.com/office/powerpoint/2010/main" val="24364939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theme/theme1.xml><?xml version="1.0" encoding="utf-8"?>
<a:theme xmlns:a="http://schemas.openxmlformats.org/drawingml/2006/main" name="Custom">
  <a:themeElements>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fontScheme name="Custom 112">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3968143_Win32_SL_V3" id="{4DA6DF5E-F5DF-461D-8863-50E9C5721FD0}" vid="{BC6DDDB8-E14A-47D1-98C5-2C109624FD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8451406B-581B-4C29-A833-E33D8A6AB075}">
  <ds:schemaRefs>
    <ds:schemaRef ds:uri="http://schemas.microsoft.com/sharepoint/v3/contenttype/forms"/>
  </ds:schemaRefs>
</ds:datastoreItem>
</file>

<file path=customXml/itemProps2.xml><?xml version="1.0" encoding="utf-8"?>
<ds:datastoreItem xmlns:ds="http://schemas.openxmlformats.org/officeDocument/2006/customXml" ds:itemID="{18903D25-5BE2-4D9E-B7D8-BE1DCAE2DC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F65614A-92F9-4391-AC3D-F3F5B0704F9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{8289EBD6-49ED-4BFC-8987-578B48447910}tf33968143_win32</Template>
  <TotalTime>36</TotalTime>
  <Words>1153</Words>
  <Application>Microsoft Office PowerPoint</Application>
  <PresentationFormat>Widescreen</PresentationFormat>
  <Paragraphs>200</Paragraphs>
  <Slides>18</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Avenir Next LT Pro</vt:lpstr>
      <vt:lpstr>Avenir Next LT Pro (Headings)</vt:lpstr>
      <vt:lpstr>Calibri</vt:lpstr>
      <vt:lpstr>Cambria Math</vt:lpstr>
      <vt:lpstr>Consolas</vt:lpstr>
      <vt:lpstr>Wingdings</vt:lpstr>
      <vt:lpstr>Custom</vt:lpstr>
      <vt:lpstr>Finding Bridges in an Undirected Graph</vt:lpstr>
      <vt:lpstr>Table of Contents</vt:lpstr>
      <vt:lpstr>Introduction</vt:lpstr>
      <vt:lpstr>Graphs</vt:lpstr>
      <vt:lpstr>Bridges</vt:lpstr>
      <vt:lpstr>Problem Statements</vt:lpstr>
      <vt:lpstr>Naive Approach</vt:lpstr>
      <vt:lpstr>Naive Approach</vt:lpstr>
      <vt:lpstr>Tarjan Algorithm</vt:lpstr>
      <vt:lpstr>Tarjan Algorithm</vt:lpstr>
      <vt:lpstr>Tarjan Algorithm</vt:lpstr>
      <vt:lpstr>Example</vt:lpstr>
      <vt:lpstr>Example</vt:lpstr>
      <vt:lpstr>Example</vt:lpstr>
      <vt:lpstr>Example</vt:lpstr>
      <vt:lpstr>Example</vt:lpstr>
      <vt:lpstr>Example</vt:lpstr>
      <vt:lpstr>Code 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Awaiz Noor</dc:creator>
  <cp:lastModifiedBy>Awaiz Noor</cp:lastModifiedBy>
  <cp:revision>7</cp:revision>
  <dcterms:created xsi:type="dcterms:W3CDTF">2025-03-21T02:38:01Z</dcterms:created>
  <dcterms:modified xsi:type="dcterms:W3CDTF">2025-03-21T03:44:19Z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